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548" r:id="rId5"/>
  </p:sldIdLst>
  <p:sldSz cx="7559675" cy="10691813"/>
  <p:notesSz cx="6858000" cy="9144000"/>
  <p:custDataLst>
    <p:tags r:id="rId8"/>
  </p:custDataLst>
  <p:defaultTextStyle>
    <a:defPPr marL="0" marR="0" indent="0" algn="l" defTabSz="673547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326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16838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33677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505160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67354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84193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010321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178707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347094" algn="ctr" defTabSz="43032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68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6157" userDrawn="1">
          <p15:clr>
            <a:srgbClr val="A4A3A4"/>
          </p15:clr>
        </p15:guide>
        <p15:guide id="2" pos="4694" userDrawn="1">
          <p15:clr>
            <a:srgbClr val="A4A3A4"/>
          </p15:clr>
        </p15:guide>
        <p15:guide id="3" pos="317" userDrawn="1">
          <p15:clr>
            <a:srgbClr val="A4A3A4"/>
          </p15:clr>
        </p15:guide>
        <p15:guide id="5" orient="horz" pos="6633" userDrawn="1">
          <p15:clr>
            <a:srgbClr val="A4A3A4"/>
          </p15:clr>
        </p15:guide>
        <p15:guide id="6" pos="158" userDrawn="1">
          <p15:clr>
            <a:srgbClr val="A4A3A4"/>
          </p15:clr>
        </p15:guide>
        <p15:guide id="7" orient="horz" pos="3685" userDrawn="1">
          <p15:clr>
            <a:srgbClr val="A4A3A4"/>
          </p15:clr>
        </p15:guide>
        <p15:guide id="8" orient="horz" pos="2755" userDrawn="1">
          <p15:clr>
            <a:srgbClr val="A4A3A4"/>
          </p15:clr>
        </p15:guide>
        <p15:guide id="9" orient="horz" pos="1553" userDrawn="1">
          <p15:clr>
            <a:srgbClr val="A4A3A4"/>
          </p15:clr>
        </p15:guide>
        <p15:guide id="10" orient="horz" pos="4592" userDrawn="1">
          <p15:clr>
            <a:srgbClr val="A4A3A4"/>
          </p15:clr>
        </p15:guide>
        <p15:guide id="11" pos="4604" userDrawn="1">
          <p15:clr>
            <a:srgbClr val="A4A3A4"/>
          </p15:clr>
        </p15:guide>
        <p15:guide id="12" orient="horz" pos="1281" userDrawn="1">
          <p15:clr>
            <a:srgbClr val="A4A3A4"/>
          </p15:clr>
        </p15:guide>
        <p15:guide id="13" pos="27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54D935-99D6-23ED-1397-596D2476104D}" name="Arda Tabaku" initials="AT" userId="S::a.tabaku@scsconsulting.it::19a0a9bc-d892-4837-910d-34f7d84fd07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e Fornasiero" initials="DF" lastIdx="4" clrIdx="0"/>
  <p:cmAuthor id="2" name="Alberto Retucci" initials="AR" lastIdx="1" clrIdx="1">
    <p:extLst>
      <p:ext uri="{19B8F6BF-5375-455C-9EA6-DF929625EA0E}">
        <p15:presenceInfo xmlns:p15="http://schemas.microsoft.com/office/powerpoint/2012/main" userId="S::a.retucci@scsconsulting.it::0542c858-39ae-4805-9062-be661bde7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50"/>
    <a:srgbClr val="4A5564"/>
    <a:srgbClr val="626B78"/>
    <a:srgbClr val="79818C"/>
    <a:srgbClr val="FF9900"/>
    <a:srgbClr val="CC6600"/>
    <a:srgbClr val="B5C0CC"/>
    <a:srgbClr val="8FA0B2"/>
    <a:srgbClr val="E0EAF4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46BE7-8780-460E-8EEB-5E9D5AAC40BC}" v="5" dt="2026-05-14T07:56:53.6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24" y="-1908"/>
      </p:cViewPr>
      <p:guideLst>
        <p:guide orient="horz" pos="6157"/>
        <p:guide pos="4694"/>
        <p:guide pos="317"/>
        <p:guide orient="horz" pos="6633"/>
        <p:guide pos="158"/>
        <p:guide orient="horz" pos="3685"/>
        <p:guide orient="horz" pos="2755"/>
        <p:guide orient="horz" pos="1553"/>
        <p:guide orient="horz" pos="4592"/>
        <p:guide pos="4604"/>
        <p:guide orient="horz" pos="1281"/>
        <p:guide pos="27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a Colasurdo" userId="c906133f-b9c9-4aeb-88a3-0f8b9e58b74e" providerId="ADAL" clId="{85CF8E4C-2300-4C42-904B-4B4C1A3DB74C}"/>
    <pc:docChg chg="undo custSel addSld delSld modSld sldOrd">
      <pc:chgData name="Alessia Colasurdo" userId="c906133f-b9c9-4aeb-88a3-0f8b9e58b74e" providerId="ADAL" clId="{85CF8E4C-2300-4C42-904B-4B4C1A3DB74C}" dt="2026-05-14T07:57:01.512" v="2171" actId="2696"/>
      <pc:docMkLst>
        <pc:docMk/>
      </pc:docMkLst>
      <pc:sldChg chg="addSp delSp modSp add mod ord">
        <pc:chgData name="Alessia Colasurdo" userId="c906133f-b9c9-4aeb-88a3-0f8b9e58b74e" providerId="ADAL" clId="{85CF8E4C-2300-4C42-904B-4B4C1A3DB74C}" dt="2026-05-14T07:56:59.177" v="2170" actId="1035"/>
        <pc:sldMkLst>
          <pc:docMk/>
          <pc:sldMk cId="382165615" sldId="548"/>
        </pc:sldMkLst>
        <pc:spChg chg="mod">
          <ac:chgData name="Alessia Colasurdo" userId="c906133f-b9c9-4aeb-88a3-0f8b9e58b74e" providerId="ADAL" clId="{85CF8E4C-2300-4C42-904B-4B4C1A3DB74C}" dt="2026-05-14T07:56:53.666" v="2074"/>
          <ac:spMkLst>
            <pc:docMk/>
            <pc:sldMk cId="382165615" sldId="548"/>
            <ac:spMk id="26" creationId="{6A1118E6-2FBD-D01E-A4BE-0123300E7420}"/>
          </ac:spMkLst>
        </pc:spChg>
        <pc:spChg chg="mod">
          <ac:chgData name="Alessia Colasurdo" userId="c906133f-b9c9-4aeb-88a3-0f8b9e58b74e" providerId="ADAL" clId="{85CF8E4C-2300-4C42-904B-4B4C1A3DB74C}" dt="2026-05-14T07:56:53.666" v="2074"/>
          <ac:spMkLst>
            <pc:docMk/>
            <pc:sldMk cId="382165615" sldId="548"/>
            <ac:spMk id="29" creationId="{067D34FC-42C4-DB70-F323-B83EB229129F}"/>
          </ac:spMkLst>
        </pc:spChg>
        <pc:grpChg chg="add mod">
          <ac:chgData name="Alessia Colasurdo" userId="c906133f-b9c9-4aeb-88a3-0f8b9e58b74e" providerId="ADAL" clId="{85CF8E4C-2300-4C42-904B-4B4C1A3DB74C}" dt="2026-05-14T07:56:59.177" v="2170" actId="1035"/>
          <ac:grpSpMkLst>
            <pc:docMk/>
            <pc:sldMk cId="382165615" sldId="548"/>
            <ac:grpSpMk id="23" creationId="{D6C5861A-0D2D-98F8-3151-2A5A0962C230}"/>
          </ac:grpSpMkLst>
        </pc:grpChg>
        <pc:grpChg chg="mod">
          <ac:chgData name="Alessia Colasurdo" userId="c906133f-b9c9-4aeb-88a3-0f8b9e58b74e" providerId="ADAL" clId="{85CF8E4C-2300-4C42-904B-4B4C1A3DB74C}" dt="2026-05-14T07:56:53.666" v="2074"/>
          <ac:grpSpMkLst>
            <pc:docMk/>
            <pc:sldMk cId="382165615" sldId="548"/>
            <ac:grpSpMk id="27" creationId="{B612103E-AC64-B8BF-6251-53517AB910B5}"/>
          </ac:grpSpMkLst>
        </pc:grpChg>
        <pc:grpChg chg="mod">
          <ac:chgData name="Alessia Colasurdo" userId="c906133f-b9c9-4aeb-88a3-0f8b9e58b74e" providerId="ADAL" clId="{85CF8E4C-2300-4C42-904B-4B4C1A3DB74C}" dt="2026-05-14T07:56:41.413" v="2072" actId="1035"/>
          <ac:grpSpMkLst>
            <pc:docMk/>
            <pc:sldMk cId="382165615" sldId="548"/>
            <ac:grpSpMk id="31" creationId="{FF9E1C79-256C-251D-24D6-833C2E3BA58E}"/>
          </ac:grpSpMkLst>
        </pc:grpChg>
        <pc:graphicFrameChg chg="mod modGraphic">
          <ac:chgData name="Alessia Colasurdo" userId="c906133f-b9c9-4aeb-88a3-0f8b9e58b74e" providerId="ADAL" clId="{85CF8E4C-2300-4C42-904B-4B4C1A3DB74C}" dt="2026-05-14T07:55:55.107" v="1941"/>
          <ac:graphicFrameMkLst>
            <pc:docMk/>
            <pc:sldMk cId="382165615" sldId="548"/>
            <ac:graphicFrameMk id="4" creationId="{6C0A65BC-912B-437C-401E-B9EC4E0A583A}"/>
          </ac:graphicFrameMkLst>
        </pc:graphicFrameChg>
        <pc:graphicFrameChg chg="mod modGraphic">
          <ac:chgData name="Alessia Colasurdo" userId="c906133f-b9c9-4aeb-88a3-0f8b9e58b74e" providerId="ADAL" clId="{85CF8E4C-2300-4C42-904B-4B4C1A3DB74C}" dt="2026-05-14T07:56:31.239" v="2027" actId="179"/>
          <ac:graphicFrameMkLst>
            <pc:docMk/>
            <pc:sldMk cId="382165615" sldId="548"/>
            <ac:graphicFrameMk id="22" creationId="{13B5C450-3FC6-418E-2498-FB70A0FA1B84}"/>
          </ac:graphicFrameMkLst>
        </pc:graphicFrameChg>
        <pc:graphicFrameChg chg="mod modGraphic">
          <ac:chgData name="Alessia Colasurdo" userId="c906133f-b9c9-4aeb-88a3-0f8b9e58b74e" providerId="ADAL" clId="{85CF8E4C-2300-4C42-904B-4B4C1A3DB74C}" dt="2026-05-14T07:56:41.413" v="2072" actId="1035"/>
          <ac:graphicFrameMkLst>
            <pc:docMk/>
            <pc:sldMk cId="382165615" sldId="548"/>
            <ac:graphicFrameMk id="30" creationId="{0A580058-52E7-0754-F3A0-4D5354C13A6A}"/>
          </ac:graphicFrameMkLst>
        </pc:graphicFrameChg>
        <pc:graphicFrameChg chg="add mod">
          <ac:chgData name="Alessia Colasurdo" userId="c906133f-b9c9-4aeb-88a3-0f8b9e58b74e" providerId="ADAL" clId="{85CF8E4C-2300-4C42-904B-4B4C1A3DB74C}" dt="2026-05-14T07:56:59.177" v="2170" actId="1035"/>
          <ac:graphicFrameMkLst>
            <pc:docMk/>
            <pc:sldMk cId="382165615" sldId="548"/>
            <ac:graphicFrameMk id="37" creationId="{8954379A-5205-C30B-6408-873786AAAFDC}"/>
          </ac:graphicFrameMkLst>
        </pc:graphicFrameChg>
        <pc:picChg chg="mod">
          <ac:chgData name="Alessia Colasurdo" userId="c906133f-b9c9-4aeb-88a3-0f8b9e58b74e" providerId="ADAL" clId="{85CF8E4C-2300-4C42-904B-4B4C1A3DB74C}" dt="2026-05-14T07:56:34.932" v="2050" actId="1036"/>
          <ac:picMkLst>
            <pc:docMk/>
            <pc:sldMk cId="382165615" sldId="548"/>
            <ac:picMk id="18" creationId="{73B06E1E-3CFB-BFE9-D0EE-548CE4CFE8D3}"/>
          </ac:picMkLst>
        </pc:picChg>
        <pc:picChg chg="add mod">
          <ac:chgData name="Alessia Colasurdo" userId="c906133f-b9c9-4aeb-88a3-0f8b9e58b74e" providerId="ADAL" clId="{85CF8E4C-2300-4C42-904B-4B4C1A3DB74C}" dt="2026-05-14T07:56:59.177" v="2170" actId="1035"/>
          <ac:picMkLst>
            <pc:docMk/>
            <pc:sldMk cId="382165615" sldId="548"/>
            <ac:picMk id="21" creationId="{21134A81-4A3A-5614-DEA3-36D9B518E7D9}"/>
          </ac:picMkLst>
        </pc:picChg>
        <pc:picChg chg="mod">
          <ac:chgData name="Alessia Colasurdo" userId="c906133f-b9c9-4aeb-88a3-0f8b9e58b74e" providerId="ADAL" clId="{85CF8E4C-2300-4C42-904B-4B4C1A3DB74C}" dt="2026-05-14T07:56:53.666" v="2074"/>
          <ac:picMkLst>
            <pc:docMk/>
            <pc:sldMk cId="382165615" sldId="548"/>
            <ac:picMk id="28" creationId="{D770C56B-83E8-3BD9-DBDF-7A3563BACB4B}"/>
          </ac:picMkLst>
        </pc:picChg>
      </pc:sldChg>
      <pc:sldChg chg="addSp delSp modSp add del mod">
        <pc:chgData name="Alessia Colasurdo" userId="c906133f-b9c9-4aeb-88a3-0f8b9e58b74e" providerId="ADAL" clId="{85CF8E4C-2300-4C42-904B-4B4C1A3DB74C}" dt="2026-05-14T07:57:01.512" v="2171" actId="2696"/>
        <pc:sldMkLst>
          <pc:docMk/>
          <pc:sldMk cId="4212154841" sldId="549"/>
        </pc:sldMkLst>
        <pc:spChg chg="mod">
          <ac:chgData name="Alessia Colasurdo" userId="c906133f-b9c9-4aeb-88a3-0f8b9e58b74e" providerId="ADAL" clId="{85CF8E4C-2300-4C42-904B-4B4C1A3DB74C}" dt="2026-05-08T15:26:09.875" v="1724"/>
          <ac:spMkLst>
            <pc:docMk/>
            <pc:sldMk cId="4212154841" sldId="549"/>
            <ac:spMk id="10" creationId="{6A1118E6-2FBD-D01E-A4BE-0123300E7420}"/>
          </ac:spMkLst>
        </pc:spChg>
        <pc:spChg chg="mod">
          <ac:chgData name="Alessia Colasurdo" userId="c906133f-b9c9-4aeb-88a3-0f8b9e58b74e" providerId="ADAL" clId="{85CF8E4C-2300-4C42-904B-4B4C1A3DB74C}" dt="2026-05-08T15:26:09.875" v="1724"/>
          <ac:spMkLst>
            <pc:docMk/>
            <pc:sldMk cId="4212154841" sldId="549"/>
            <ac:spMk id="13" creationId="{067D34FC-42C4-DB70-F323-B83EB229129F}"/>
          </ac:spMkLst>
        </pc:spChg>
        <pc:grpChg chg="add del mod">
          <ac:chgData name="Alessia Colasurdo" userId="c906133f-b9c9-4aeb-88a3-0f8b9e58b74e" providerId="ADAL" clId="{85CF8E4C-2300-4C42-904B-4B4C1A3DB74C}" dt="2026-05-14T07:56:52.261" v="2073" actId="21"/>
          <ac:grpSpMkLst>
            <pc:docMk/>
            <pc:sldMk cId="4212154841" sldId="549"/>
            <ac:grpSpMk id="9" creationId="{D6C5861A-0D2D-98F8-3151-2A5A0962C230}"/>
          </ac:grpSpMkLst>
        </pc:grpChg>
        <pc:grpChg chg="mod">
          <ac:chgData name="Alessia Colasurdo" userId="c906133f-b9c9-4aeb-88a3-0f8b9e58b74e" providerId="ADAL" clId="{85CF8E4C-2300-4C42-904B-4B4C1A3DB74C}" dt="2026-05-08T15:26:09.875" v="1724"/>
          <ac:grpSpMkLst>
            <pc:docMk/>
            <pc:sldMk cId="4212154841" sldId="549"/>
            <ac:grpSpMk id="11" creationId="{B612103E-AC64-B8BF-6251-53517AB910B5}"/>
          </ac:grpSpMkLst>
        </pc:grpChg>
        <pc:graphicFrameChg chg="add del mod modGraphic">
          <ac:chgData name="Alessia Colasurdo" userId="c906133f-b9c9-4aeb-88a3-0f8b9e58b74e" providerId="ADAL" clId="{85CF8E4C-2300-4C42-904B-4B4C1A3DB74C}" dt="2026-05-14T07:56:52.261" v="2073" actId="21"/>
          <ac:graphicFrameMkLst>
            <pc:docMk/>
            <pc:sldMk cId="4212154841" sldId="549"/>
            <ac:graphicFrameMk id="14" creationId="{8954379A-5205-C30B-6408-873786AAAFDC}"/>
          </ac:graphicFrameMkLst>
        </pc:graphicFrameChg>
        <pc:picChg chg="add del mod">
          <ac:chgData name="Alessia Colasurdo" userId="c906133f-b9c9-4aeb-88a3-0f8b9e58b74e" providerId="ADAL" clId="{85CF8E4C-2300-4C42-904B-4B4C1A3DB74C}" dt="2026-05-14T07:56:52.261" v="2073" actId="21"/>
          <ac:picMkLst>
            <pc:docMk/>
            <pc:sldMk cId="4212154841" sldId="549"/>
            <ac:picMk id="7" creationId="{21134A81-4A3A-5614-DEA3-36D9B518E7D9}"/>
          </ac:picMkLst>
        </pc:picChg>
        <pc:picChg chg="mod">
          <ac:chgData name="Alessia Colasurdo" userId="c906133f-b9c9-4aeb-88a3-0f8b9e58b74e" providerId="ADAL" clId="{85CF8E4C-2300-4C42-904B-4B4C1A3DB74C}" dt="2026-05-08T15:26:09.875" v="1724"/>
          <ac:picMkLst>
            <pc:docMk/>
            <pc:sldMk cId="4212154841" sldId="549"/>
            <ac:picMk id="12" creationId="{D770C56B-83E8-3BD9-DBDF-7A3563BACB4B}"/>
          </ac:picMkLst>
        </pc:picChg>
      </pc:sldChg>
    </pc:docChg>
  </pc:docChgLst>
  <pc:docChgLst>
    <pc:chgData name="Diego D'Emidio" userId="773b449c-e05e-4079-a5ab-fedc14ee643b" providerId="ADAL" clId="{3914D50A-6BA0-4127-BF99-AA0B25D2C7F4}"/>
    <pc:docChg chg="undo redo custSel addSld delSld modSld">
      <pc:chgData name="Diego D'Emidio" userId="773b449c-e05e-4079-a5ab-fedc14ee643b" providerId="ADAL" clId="{3914D50A-6BA0-4127-BF99-AA0B25D2C7F4}" dt="2026-04-21T08:23:20.630" v="9023"/>
      <pc:docMkLst>
        <pc:docMk/>
      </pc:docMkLst>
    </pc:docChg>
  </pc:docChgLst>
  <pc:docChgLst>
    <pc:chgData name="Diego D'Emidio" userId="773b449c-e05e-4079-a5ab-fedc14ee643b" providerId="ADAL" clId="{7764EC5D-A17B-4DB7-B79F-53896166DEEC}"/>
    <pc:docChg chg="undo redo custSel addSld delSld modSld">
      <pc:chgData name="Diego D'Emidio" userId="773b449c-e05e-4079-a5ab-fedc14ee643b" providerId="ADAL" clId="{7764EC5D-A17B-4DB7-B79F-53896166DEEC}" dt="2026-05-12T15:23:02.527" v="1223" actId="20577"/>
      <pc:docMkLst>
        <pc:docMk/>
      </pc:docMkLst>
      <pc:sldChg chg="addSp modSp mod">
        <pc:chgData name="Diego D'Emidio" userId="773b449c-e05e-4079-a5ab-fedc14ee643b" providerId="ADAL" clId="{7764EC5D-A17B-4DB7-B79F-53896166DEEC}" dt="2026-05-12T15:23:02.527" v="1223" actId="20577"/>
        <pc:sldMkLst>
          <pc:docMk/>
          <pc:sldMk cId="382165615" sldId="548"/>
        </pc:sldMkLst>
        <pc:spChg chg="mod">
          <ac:chgData name="Diego D'Emidio" userId="773b449c-e05e-4079-a5ab-fedc14ee643b" providerId="ADAL" clId="{7764EC5D-A17B-4DB7-B79F-53896166DEEC}" dt="2026-05-11T13:54:24.769" v="1122" actId="20577"/>
          <ac:spMkLst>
            <pc:docMk/>
            <pc:sldMk cId="382165615" sldId="548"/>
            <ac:spMk id="24" creationId="{824FBB07-EDF5-3609-3A15-753AC09A8217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2" creationId="{835E229F-F094-6112-188C-5DD8BB170DE4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5" creationId="{C431DC9B-DF52-41C6-1B6B-D12A46F8BC89}"/>
          </ac:spMkLst>
        </pc:spChg>
        <pc:spChg chg="mod">
          <ac:chgData name="Diego D'Emidio" userId="773b449c-e05e-4079-a5ab-fedc14ee643b" providerId="ADAL" clId="{7764EC5D-A17B-4DB7-B79F-53896166DEEC}" dt="2026-05-08T15:09:30.668" v="969"/>
          <ac:spMkLst>
            <pc:docMk/>
            <pc:sldMk cId="382165615" sldId="548"/>
            <ac:spMk id="36" creationId="{0C0EE83D-8D94-A272-05C2-DECEEC600485}"/>
          </ac:spMkLst>
        </pc:spChg>
        <pc:grpChg chg="mod">
          <ac:chgData name="Diego D'Emidio" userId="773b449c-e05e-4079-a5ab-fedc14ee643b" providerId="ADAL" clId="{7764EC5D-A17B-4DB7-B79F-53896166DEEC}" dt="2026-05-08T15:08:55.543" v="944" actId="1035"/>
          <ac:grpSpMkLst>
            <pc:docMk/>
            <pc:sldMk cId="382165615" sldId="548"/>
            <ac:grpSpMk id="13" creationId="{8B6A4B4D-612F-C0FB-B0D6-C9EF074EDDB2}"/>
          </ac:grpSpMkLst>
        </pc:grpChg>
        <pc:grpChg chg="add mod">
          <ac:chgData name="Diego D'Emidio" userId="773b449c-e05e-4079-a5ab-fedc14ee643b" providerId="ADAL" clId="{7764EC5D-A17B-4DB7-B79F-53896166DEEC}" dt="2026-05-12T15:22:45.680" v="1221" actId="1036"/>
          <ac:grpSpMkLst>
            <pc:docMk/>
            <pc:sldMk cId="382165615" sldId="548"/>
            <ac:grpSpMk id="31" creationId="{FF9E1C79-256C-251D-24D6-833C2E3BA58E}"/>
          </ac:grpSpMkLst>
        </pc:grpChg>
        <pc:grpChg chg="mod">
          <ac:chgData name="Diego D'Emidio" userId="773b449c-e05e-4079-a5ab-fedc14ee643b" providerId="ADAL" clId="{7764EC5D-A17B-4DB7-B79F-53896166DEEC}" dt="2026-05-08T15:09:30.668" v="969"/>
          <ac:grpSpMkLst>
            <pc:docMk/>
            <pc:sldMk cId="382165615" sldId="548"/>
            <ac:grpSpMk id="33" creationId="{E5CB358B-BEC0-2590-4467-C02B56BF2BBF}"/>
          </ac:grpSpMkLst>
        </pc:grpChg>
        <pc:graphicFrameChg chg="mod modGraphic">
          <ac:chgData name="Diego D'Emidio" userId="773b449c-e05e-4079-a5ab-fedc14ee643b" providerId="ADAL" clId="{7764EC5D-A17B-4DB7-B79F-53896166DEEC}" dt="2026-05-12T15:23:02.527" v="1223" actId="20577"/>
          <ac:graphicFrameMkLst>
            <pc:docMk/>
            <pc:sldMk cId="382165615" sldId="548"/>
            <ac:graphicFrameMk id="4" creationId="{6C0A65BC-912B-437C-401E-B9EC4E0A583A}"/>
          </ac:graphicFrameMkLst>
        </pc:graphicFrameChg>
        <pc:graphicFrameChg chg="mod modGraphic">
          <ac:chgData name="Diego D'Emidio" userId="773b449c-e05e-4079-a5ab-fedc14ee643b" providerId="ADAL" clId="{7764EC5D-A17B-4DB7-B79F-53896166DEEC}" dt="2026-05-11T13:59:35.173" v="1128" actId="20577"/>
          <ac:graphicFrameMkLst>
            <pc:docMk/>
            <pc:sldMk cId="382165615" sldId="548"/>
            <ac:graphicFrameMk id="22" creationId="{13B5C450-3FC6-418E-2498-FB70A0FA1B84}"/>
          </ac:graphicFrameMkLst>
        </pc:graphicFrameChg>
        <pc:graphicFrameChg chg="add mod">
          <ac:chgData name="Diego D'Emidio" userId="773b449c-e05e-4079-a5ab-fedc14ee643b" providerId="ADAL" clId="{7764EC5D-A17B-4DB7-B79F-53896166DEEC}" dt="2026-05-12T15:22:45.680" v="1221" actId="1036"/>
          <ac:graphicFrameMkLst>
            <pc:docMk/>
            <pc:sldMk cId="382165615" sldId="548"/>
            <ac:graphicFrameMk id="30" creationId="{0A580058-52E7-0754-F3A0-4D5354C13A6A}"/>
          </ac:graphicFrameMkLst>
        </pc:graphicFrameChg>
        <pc:picChg chg="add mod">
          <ac:chgData name="Diego D'Emidio" userId="773b449c-e05e-4079-a5ab-fedc14ee643b" providerId="ADAL" clId="{7764EC5D-A17B-4DB7-B79F-53896166DEEC}" dt="2026-05-11T14:00:05.107" v="1165" actId="1035"/>
          <ac:picMkLst>
            <pc:docMk/>
            <pc:sldMk cId="382165615" sldId="548"/>
            <ac:picMk id="18" creationId="{73B06E1E-3CFB-BFE9-D0EE-548CE4CFE8D3}"/>
          </ac:picMkLst>
        </pc:picChg>
      </pc:sldChg>
      <pc:sldChg chg="delSp modSp mod">
        <pc:chgData name="Diego D'Emidio" userId="773b449c-e05e-4079-a5ab-fedc14ee643b" providerId="ADAL" clId="{7764EC5D-A17B-4DB7-B79F-53896166DEEC}" dt="2026-05-11T14:01:39.351" v="1192" actId="478"/>
        <pc:sldMkLst>
          <pc:docMk/>
          <pc:sldMk cId="4212154841" sldId="549"/>
        </pc:sldMkLst>
        <pc:spChg chg="mod">
          <ac:chgData name="Diego D'Emidio" userId="773b449c-e05e-4079-a5ab-fedc14ee643b" providerId="ADAL" clId="{7764EC5D-A17B-4DB7-B79F-53896166DEEC}" dt="2026-05-11T13:53:41.314" v="1040" actId="20577"/>
          <ac:spMkLst>
            <pc:docMk/>
            <pc:sldMk cId="4212154841" sldId="549"/>
            <ac:spMk id="24" creationId="{BB600568-56B0-6973-CF31-6D337E373C21}"/>
          </ac:spMkLst>
        </pc:spChg>
        <pc:grpChg chg="mod">
          <ac:chgData name="Diego D'Emidio" userId="773b449c-e05e-4079-a5ab-fedc14ee643b" providerId="ADAL" clId="{7764EC5D-A17B-4DB7-B79F-53896166DEEC}" dt="2026-05-11T13:54:14.996" v="1120" actId="1036"/>
          <ac:grpSpMkLst>
            <pc:docMk/>
            <pc:sldMk cId="4212154841" sldId="549"/>
            <ac:grpSpMk id="9" creationId="{D6C5861A-0D2D-98F8-3151-2A5A0962C230}"/>
          </ac:grpSpMkLst>
        </pc:grpChg>
        <pc:graphicFrameChg chg="mod modGraphic">
          <ac:chgData name="Diego D'Emidio" userId="773b449c-e05e-4079-a5ab-fedc14ee643b" providerId="ADAL" clId="{7764EC5D-A17B-4DB7-B79F-53896166DEEC}" dt="2026-05-11T14:01:35.178" v="1168"/>
          <ac:graphicFrameMkLst>
            <pc:docMk/>
            <pc:sldMk cId="4212154841" sldId="549"/>
            <ac:graphicFrameMk id="14" creationId="{8954379A-5205-C30B-6408-873786AAAFD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0FC6E91-8446-4FB7-8DF4-8E15E9C827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69D60E-6B2E-4F66-9617-433F5B1CEA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A7C53-4B14-4370-93A3-4F99C98C539A}" type="datetimeFigureOut">
              <a:rPr lang="it-IT" smtClean="0"/>
              <a:t>14/05/2026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87B3E3A-6145-4A7A-89F5-1B690BE7EB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C02D1F-8416-4B2B-8987-0EC33B0B5C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ED07A-0A63-4516-BB94-6BD8A7A317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6578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1pPr>
    <a:lvl2pPr indent="16838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2pPr>
    <a:lvl3pPr indent="33677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3pPr>
    <a:lvl4pPr indent="505160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4pPr>
    <a:lvl5pPr indent="67354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5pPr>
    <a:lvl6pPr indent="84193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6pPr>
    <a:lvl7pPr indent="1010321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7pPr>
    <a:lvl8pPr indent="1178707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8pPr>
    <a:lvl9pPr indent="1347094" defTabSz="336774" latinLnBrk="0">
      <a:lnSpc>
        <a:spcPct val="117999"/>
      </a:lnSpc>
      <a:defRPr sz="162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8FFB-2D69-A96A-2678-8017EC6E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ote 1">
            <a:extLst>
              <a:ext uri="{FF2B5EF4-FFF2-40B4-BE49-F238E27FC236}">
                <a16:creationId xmlns:a16="http://schemas.microsoft.com/office/drawing/2014/main" id="{2E4E95B0-EDE4-3810-3C1F-EF8C3895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8213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/>
          <a:lstStyle/>
          <a:p>
            <a:pPr defTabSz="377970"/>
            <a:fld id="{9EC6AEF2-8105-4FB1-A460-F4C75FF51A88}" type="datetimeFigureOut">
              <a:rPr lang="en-US" smtClean="0">
                <a:solidFill>
                  <a:srgbClr val="262626"/>
                </a:solidFill>
              </a:rPr>
              <a:pPr defTabSz="377970"/>
              <a:t>5/14/2026</a:t>
            </a:fld>
            <a:endParaRPr lang="en-US">
              <a:solidFill>
                <a:srgbClr val="262626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/>
          <a:lstStyle/>
          <a:p>
            <a:pPr defTabSz="377970"/>
            <a:endParaRPr lang="en-US">
              <a:solidFill>
                <a:srgbClr val="26262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39021" y="9909729"/>
            <a:ext cx="1700927" cy="569240"/>
          </a:xfrm>
          <a:prstGeom prst="rect">
            <a:avLst/>
          </a:prstGeom>
        </p:spPr>
        <p:txBody>
          <a:bodyPr/>
          <a:lstStyle/>
          <a:p>
            <a:pPr defTabSz="377970"/>
            <a:fld id="{E62E98ED-58DD-449F-8222-0E7D3FB3F5FC}" type="slidenum">
              <a:rPr lang="en-US" smtClean="0">
                <a:solidFill>
                  <a:srgbClr val="262626"/>
                </a:solidFill>
              </a:rPr>
              <a:pPr defTabSz="377970"/>
              <a:t>‹N›</a:t>
            </a:fld>
            <a:endParaRPr lang="en-US">
              <a:solidFill>
                <a:srgbClr val="262626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7559675" cy="106918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77970"/>
            <a:endParaRPr lang="en-US" sz="1488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70953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34915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1">
            <a:extLst>
              <a:ext uri="{FF2B5EF4-FFF2-40B4-BE49-F238E27FC236}">
                <a16:creationId xmlns:a16="http://schemas.microsoft.com/office/drawing/2014/main" id="{822C01B0-06B9-467C-9379-08C2EEB3F45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3626644" y="10141458"/>
            <a:ext cx="306387" cy="153987"/>
          </a:xfrm>
          <a:prstGeom prst="rect">
            <a:avLst/>
          </a:prstGeom>
        </p:spPr>
        <p:txBody>
          <a:bodyPr/>
          <a:lstStyle/>
          <a:p>
            <a:fld id="{A6322AF5-BA1D-3C4E-B21A-B0AA980A5261}" type="slidenum">
              <a:rPr lang="nb-NO" sz="763">
                <a:solidFill>
                  <a:srgbClr val="004D80"/>
                </a:solidFill>
                <a:latin typeface="Lucida Sans" panose="020B0602030504020204" pitchFamily="34" charset="77"/>
                <a:ea typeface="Lucida Sans Unicode" charset="0"/>
                <a:cs typeface="Lucida Sans Unicode" charset="0"/>
              </a:rPr>
              <a:pPr/>
              <a:t>‹N›</a:t>
            </a:fld>
            <a:endParaRPr lang="nb-NO" sz="763">
              <a:solidFill>
                <a:srgbClr val="004D80"/>
              </a:solidFill>
              <a:latin typeface="Lucida Sans" panose="020B0602030504020204" pitchFamily="34" charset="77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22798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31537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2334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2A9B99D2-512E-4A71-ADD4-60B18D5652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66436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8" imgW="395" imgH="394" progId="TCLayout.ActiveDocument.1">
                  <p:embed/>
                </p:oleObj>
              </mc:Choice>
              <mc:Fallback>
                <p:oleObj name="Diapositiva think-cell" r:id="rId8" imgW="395" imgH="394" progId="TCLayout.ActiveDocument.1">
                  <p:embed/>
                  <p:pic>
                    <p:nvPicPr>
                      <p:cNvPr id="2" name="Oggetto 1" hidden="1">
                        <a:extLst>
                          <a:ext uri="{FF2B5EF4-FFF2-40B4-BE49-F238E27FC236}">
                            <a16:creationId xmlns:a16="http://schemas.microsoft.com/office/drawing/2014/main" id="{2A9B99D2-512E-4A71-ADD4-60B18D5652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6" r:id="rId2"/>
    <p:sldLayoutId id="2147483652" r:id="rId3"/>
    <p:sldLayoutId id="2147483650" r:id="rId4"/>
    <p:sldLayoutId id="2147483665" r:id="rId5"/>
  </p:sldLayoutIdLst>
  <p:transition spd="med"/>
  <p:hf hdr="0" ftr="0" dt="0"/>
  <p:txStyles>
    <p:titleStyle>
      <a:lvl1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31344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92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23849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47698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71547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953960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19245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43094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166943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190792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146411" marR="0" indent="-238490" algn="l" defTabSz="313444" rtl="0" latinLnBrk="0">
        <a:lnSpc>
          <a:spcPct val="100000"/>
        </a:lnSpc>
        <a:spcBef>
          <a:spcPts val="2253"/>
        </a:spcBef>
        <a:spcAft>
          <a:spcPts val="0"/>
        </a:spcAft>
        <a:buClrTx/>
        <a:buSzPct val="145000"/>
        <a:buFontTx/>
        <a:buChar char="•"/>
        <a:tabLst/>
        <a:defRPr sz="1717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22652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45304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67956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90608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613260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735912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58565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81216" algn="ctr" defTabSz="313444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5.svg"/><Relationship Id="rId3" Type="http://schemas.openxmlformats.org/officeDocument/2006/relationships/tags" Target="../tags/tag5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3.png"/><Relationship Id="rId5" Type="http://schemas.openxmlformats.org/officeDocument/2006/relationships/tags" Target="../tags/tag7.xml"/><Relationship Id="rId15" Type="http://schemas.openxmlformats.org/officeDocument/2006/relationships/image" Target="../media/image7.svg"/><Relationship Id="rId10" Type="http://schemas.openxmlformats.org/officeDocument/2006/relationships/image" Target="../media/image2.jpeg"/><Relationship Id="rId4" Type="http://schemas.openxmlformats.org/officeDocument/2006/relationships/tags" Target="../tags/tag6.xml"/><Relationship Id="rId9" Type="http://schemas.openxmlformats.org/officeDocument/2006/relationships/image" Target="../media/image1.emf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97D0-828D-94DB-B4F1-F109FA61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ggetto 1" hidden="1">
            <a:extLst>
              <a:ext uri="{FF2B5EF4-FFF2-40B4-BE49-F238E27FC236}">
                <a16:creationId xmlns:a16="http://schemas.microsoft.com/office/drawing/2014/main" id="{EF346082-47DA-1971-A8FD-456BA36262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8" imgW="395" imgH="394" progId="TCLayout.ActiveDocument.1">
                  <p:embed/>
                </p:oleObj>
              </mc:Choice>
              <mc:Fallback>
                <p:oleObj name="Diapositiva think-cell" r:id="rId8" imgW="395" imgH="394" progId="TCLayout.ActiveDocument.1">
                  <p:embed/>
                  <p:pic>
                    <p:nvPicPr>
                      <p:cNvPr id="2" name="Oggetto 1" hidden="1">
                        <a:extLst>
                          <a:ext uri="{FF2B5EF4-FFF2-40B4-BE49-F238E27FC236}">
                            <a16:creationId xmlns:a16="http://schemas.microsoft.com/office/drawing/2014/main" id="{EF346082-47DA-1971-A8FD-456BA36262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Casella di testo 36">
            <a:extLst>
              <a:ext uri="{FF2B5EF4-FFF2-40B4-BE49-F238E27FC236}">
                <a16:creationId xmlns:a16="http://schemas.microsoft.com/office/drawing/2014/main" id="{A409125D-07B5-9381-1913-8065EB927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790" y="1603849"/>
            <a:ext cx="4828095" cy="367119"/>
          </a:xfrm>
          <a:prstGeom prst="rect">
            <a:avLst/>
          </a:prstGeom>
          <a:noFill/>
          <a:ln>
            <a:noFill/>
          </a:ln>
          <a:effectLst/>
        </p:spPr>
        <p:txBody>
          <a:bodyPr rot="0" vert="horz" wrap="square" lIns="36576" tIns="36576" rIns="36576" bIns="36576" anchor="ctr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600">
                <a:solidFill>
                  <a:schemeClr val="bg1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raditional Arabic" panose="020B0604020202020204" pitchFamily="18" charset="-78"/>
              </a:rPr>
              <a:t>SOMMARIO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481D07A-6AA4-A98B-28B0-85933F943D8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635841" y="-1992428"/>
            <a:ext cx="288000" cy="7559672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2121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CD6D4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endParaRPr lang="it-IT"/>
          </a:p>
        </p:txBody>
      </p:sp>
      <p:sp>
        <p:nvSpPr>
          <p:cNvPr id="20" name="Casella di testo 36">
            <a:extLst>
              <a:ext uri="{FF2B5EF4-FFF2-40B4-BE49-F238E27FC236}">
                <a16:creationId xmlns:a16="http://schemas.microsoft.com/office/drawing/2014/main" id="{607730B2-03E7-9B9A-A585-F73F74291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372" y="1598434"/>
            <a:ext cx="5156930" cy="367119"/>
          </a:xfrm>
          <a:prstGeom prst="rect">
            <a:avLst/>
          </a:prstGeom>
          <a:noFill/>
          <a:ln>
            <a:noFill/>
          </a:ln>
          <a:effectLst/>
        </p:spPr>
        <p:txBody>
          <a:bodyPr rot="0" vert="horz" wrap="square" lIns="36576" tIns="36576" rIns="36576" bIns="36576" anchor="ctr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500">
                <a:solidFill>
                  <a:schemeClr val="bg1"/>
                </a:solidFill>
                <a:effectLst/>
                <a:latin typeface="Avenir Next LT Pro" panose="020B05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Principali aggiornamenti normativi</a:t>
            </a:r>
          </a:p>
        </p:txBody>
      </p:sp>
      <p:pic>
        <p:nvPicPr>
          <p:cNvPr id="25" name="Immagine 24" descr="Immagine che contiene interni, metallo, sedendo, edificio&#10;&#10;Descrizione generata automaticamente">
            <a:extLst>
              <a:ext uri="{FF2B5EF4-FFF2-40B4-BE49-F238E27FC236}">
                <a16:creationId xmlns:a16="http://schemas.microsoft.com/office/drawing/2014/main" id="{C5F6621E-6208-97E5-7E1B-139FAD0104F9}"/>
              </a:ext>
            </a:extLst>
          </p:cNvPr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38" b="38097"/>
          <a:stretch/>
        </p:blipFill>
        <p:spPr bwMode="auto">
          <a:xfrm>
            <a:off x="3176" y="0"/>
            <a:ext cx="7556499" cy="16625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Rettangolo 33">
            <a:extLst>
              <a:ext uri="{FF2B5EF4-FFF2-40B4-BE49-F238E27FC236}">
                <a16:creationId xmlns:a16="http://schemas.microsoft.com/office/drawing/2014/main" id="{C87097A2-46E9-7724-F005-5F1C341A7C7F}"/>
              </a:ext>
            </a:extLst>
          </p:cNvPr>
          <p:cNvSpPr/>
          <p:nvPr/>
        </p:nvSpPr>
        <p:spPr>
          <a:xfrm>
            <a:off x="0" y="0"/>
            <a:ext cx="7559675" cy="1662545"/>
          </a:xfrm>
          <a:prstGeom prst="rect">
            <a:avLst/>
          </a:prstGeom>
          <a:solidFill>
            <a:srgbClr val="100F16">
              <a:alpha val="48000"/>
            </a:srgbClr>
          </a:solidFill>
          <a:ln w="12700">
            <a:miter lim="400000"/>
          </a:ln>
          <a:effectLst/>
        </p:spPr>
        <p:txBody>
          <a:bodyPr lIns="50800" tIns="50800" rIns="50800" bIns="50800" anchor="ctr"/>
          <a:lstStyle/>
          <a:p>
            <a:pPr algn="ctr" defTabSz="1828754" hangingPunct="1">
              <a:lnSpc>
                <a:spcPct val="100000"/>
              </a:lnSpc>
            </a:pPr>
            <a:endParaRPr lang="it-IT" sz="3200" kern="1200" cap="none" spc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39" name="Titolo della presentazione…">
            <a:extLst>
              <a:ext uri="{FF2B5EF4-FFF2-40B4-BE49-F238E27FC236}">
                <a16:creationId xmlns:a16="http://schemas.microsoft.com/office/drawing/2014/main" id="{1E596944-6CA4-EBE2-67B2-C76DC2919774}"/>
              </a:ext>
            </a:extLst>
          </p:cNvPr>
          <p:cNvSpPr txBox="1"/>
          <p:nvPr/>
        </p:nvSpPr>
        <p:spPr>
          <a:xfrm>
            <a:off x="1348384" y="559834"/>
            <a:ext cx="4862907" cy="547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7259" tIns="27259" rIns="27259" bIns="27259">
            <a:spAutoFit/>
          </a:bodyPr>
          <a:lstStyle/>
          <a:p>
            <a:pPr>
              <a:defRPr sz="3200">
                <a:solidFill>
                  <a:srgbClr val="1F4B80"/>
                </a:solidFill>
                <a:latin typeface="Lucida Sans"/>
                <a:ea typeface="Lucida Sans"/>
                <a:cs typeface="Lucida Sans"/>
                <a:sym typeface="Lucida Sans"/>
              </a:defRPr>
            </a:pPr>
            <a:r>
              <a:rPr lang="it-IT" sz="3200" i="1">
                <a:solidFill>
                  <a:schemeClr val="bg1"/>
                </a:solidFill>
                <a:latin typeface="Avenir Next LT Pro" panose="020B0504020202020204" pitchFamily="34" charset="0"/>
              </a:rPr>
              <a:t>Alert Normativo</a:t>
            </a:r>
          </a:p>
        </p:txBody>
      </p:sp>
      <p:pic>
        <p:nvPicPr>
          <p:cNvPr id="40" name="Immagine 39">
            <a:extLst>
              <a:ext uri="{FF2B5EF4-FFF2-40B4-BE49-F238E27FC236}">
                <a16:creationId xmlns:a16="http://schemas.microsoft.com/office/drawing/2014/main" id="{D7AE05C9-0C4A-ED43-2C57-EDC3150CD3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8" y="305346"/>
            <a:ext cx="1775227" cy="1186673"/>
          </a:xfrm>
          <a:prstGeom prst="rect">
            <a:avLst/>
          </a:prstGeom>
        </p:spPr>
      </p:pic>
      <p:pic>
        <p:nvPicPr>
          <p:cNvPr id="41" name="Immagine 40">
            <a:extLst>
              <a:ext uri="{FF2B5EF4-FFF2-40B4-BE49-F238E27FC236}">
                <a16:creationId xmlns:a16="http://schemas.microsoft.com/office/drawing/2014/main" id="{ADD76B76-2A59-0F0F-6BEE-C10FA3773F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0998" y="10363699"/>
            <a:ext cx="467110" cy="264444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446919D9-D22D-07E2-78A4-452FCFCC74C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316380" y="6446398"/>
            <a:ext cx="923396" cy="7563199"/>
          </a:xfrm>
          <a:prstGeom prst="rect">
            <a:avLst/>
          </a:prstGeom>
          <a:solidFill>
            <a:srgbClr val="333F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in">
                <a:solidFill>
                  <a:srgbClr val="21212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DCD6D4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pPr marL="0" marR="0" lvl="0" indent="0" algn="ctr" defTabSz="43032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768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sym typeface="Helvetica Neue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CD45ABA-BF78-A214-772E-CDFB70F2F285}"/>
              </a:ext>
            </a:extLst>
          </p:cNvPr>
          <p:cNvSpPr txBox="1"/>
          <p:nvPr/>
        </p:nvSpPr>
        <p:spPr>
          <a:xfrm>
            <a:off x="101586" y="9873419"/>
            <a:ext cx="6667513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l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  <a:sym typeface="Helvetica Neue"/>
              </a:rPr>
              <a:t>Per informazioni e approfondimenti rivolgersi al Presidio Normativo Finance di SCS al seguente indirizzo e-mail: alert@scsconsulting.it</a:t>
            </a:r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11F7DB4F-26F0-77C4-8C5F-7E6CA96CF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6" y="10372647"/>
            <a:ext cx="6588000" cy="200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7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LT Pro" panose="020B050402020202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 Neue"/>
              </a:rPr>
              <a:t>Il presente documento comprende le news identificate come coerenti con il focus aziendale dell’Area Finance ed in linea con gli eventuali interessi correlati</a:t>
            </a:r>
            <a:endParaRPr kumimoji="0" lang="it-IT" altLang="it-IT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 panose="020B0504020202020204" pitchFamily="34" charset="0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8" name="Immagine 7" descr="Immagine che contiene testo, clipart&#10;&#10;Descrizione generata automaticamente">
            <a:extLst>
              <a:ext uri="{FF2B5EF4-FFF2-40B4-BE49-F238E27FC236}">
                <a16:creationId xmlns:a16="http://schemas.microsoft.com/office/drawing/2014/main" id="{BA7E0607-E3E6-0AD5-1111-0123EAE778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9100" y="10092340"/>
            <a:ext cx="654557" cy="437547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24FBB07-EDF5-3609-3A15-753AC09A8217}"/>
              </a:ext>
            </a:extLst>
          </p:cNvPr>
          <p:cNvSpPr txBox="1"/>
          <p:nvPr/>
        </p:nvSpPr>
        <p:spPr>
          <a:xfrm>
            <a:off x="4825994" y="89322"/>
            <a:ext cx="243374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600" b="1" i="1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venir Next LT Pro" panose="020B0504020202020204" pitchFamily="34" charset="0"/>
                <a:cs typeface="Calibri Light"/>
                <a:sym typeface="Helvetica Neue"/>
              </a:rPr>
              <a:t>N. 2</a:t>
            </a:r>
            <a:endParaRPr kumimoji="0" lang="it-IT" sz="1600" b="1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venir Next LT Pro" panose="020B0504020202020204" pitchFamily="34" charset="0"/>
              <a:cs typeface="Calibri Light" panose="020F0302020204030204" pitchFamily="34" charset="0"/>
              <a:sym typeface="Helvetica Neue"/>
            </a:endParaRPr>
          </a:p>
          <a:p>
            <a:pPr algn="r" defTabSz="584200"/>
            <a:r>
              <a:rPr lang="it-IT" sz="1600" i="1" dirty="0">
                <a:solidFill>
                  <a:schemeClr val="bg1"/>
                </a:solidFill>
                <a:latin typeface="Avenir Next LT Pro" panose="020B0504020202020204" pitchFamily="34" charset="0"/>
                <a:cs typeface="Calibri Light"/>
              </a:rPr>
              <a:t>Maggio 2026</a:t>
            </a:r>
            <a:endParaRPr lang="it-IT" sz="1600" b="1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venir Next LT Pro" panose="020B050402020202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05491B5-D8AB-18F9-857A-94381DA8DA2A}"/>
              </a:ext>
            </a:extLst>
          </p:cNvPr>
          <p:cNvGrpSpPr/>
          <p:nvPr/>
        </p:nvGrpSpPr>
        <p:grpSpPr>
          <a:xfrm>
            <a:off x="34935" y="2120020"/>
            <a:ext cx="7416790" cy="303227"/>
            <a:chOff x="34935" y="2115328"/>
            <a:chExt cx="7416790" cy="303227"/>
          </a:xfrm>
        </p:grpSpPr>
        <p:sp>
          <p:nvSpPr>
            <p:cNvPr id="9" name="CasellaDiTesto 36">
              <a:extLst>
                <a:ext uri="{FF2B5EF4-FFF2-40B4-BE49-F238E27FC236}">
                  <a16:creationId xmlns:a16="http://schemas.microsoft.com/office/drawing/2014/main" id="{E0D500DF-3A2A-48FE-E56C-B3E067AF6E04}"/>
                </a:ext>
              </a:extLst>
            </p:cNvPr>
            <p:cNvSpPr txBox="1"/>
            <p:nvPr/>
          </p:nvSpPr>
          <p:spPr>
            <a:xfrm>
              <a:off x="263059" y="2115328"/>
              <a:ext cx="7188666" cy="3032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91440" tIns="45720" rIns="91440" bIns="45720" anchor="t">
              <a:noAutofit/>
            </a:bodyPr>
            <a:lstStyle>
              <a:defPPr marL="0" marR="0" indent="0" algn="l" defTabSz="673547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26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6838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33677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50516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67354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84193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1010321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117870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134709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lvl="2" indent="0" algn="just">
                <a:spcAft>
                  <a:spcPts val="600"/>
                </a:spcAft>
              </a:pPr>
              <a:r>
                <a:rPr lang="it-IT" sz="1400" i="1" dirty="0">
                  <a:solidFill>
                    <a:schemeClr val="tx1"/>
                  </a:solidFill>
                  <a:latin typeface="Avenir Next LT Pro" panose="020B0504020202020204" pitchFamily="34" charset="0"/>
                  <a:cs typeface="Calibri"/>
                </a:rPr>
                <a:t>BANKING</a:t>
              </a:r>
              <a:endParaRPr lang="it-IT" sz="1100" dirty="0">
                <a:solidFill>
                  <a:schemeClr val="tx1"/>
                </a:solidFill>
                <a:latin typeface="Avenir Next LT Pro" panose="020B0504020202020204" pitchFamily="34" charset="0"/>
              </a:endParaRPr>
            </a:p>
          </p:txBody>
        </p:sp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7E8E93E0-FBDD-5E10-C9D6-DA422D60E989}"/>
                </a:ext>
              </a:extLst>
            </p:cNvPr>
            <p:cNvGrpSpPr/>
            <p:nvPr/>
          </p:nvGrpSpPr>
          <p:grpSpPr>
            <a:xfrm>
              <a:off x="34935" y="2137164"/>
              <a:ext cx="252000" cy="252000"/>
              <a:chOff x="34935" y="2137164"/>
              <a:chExt cx="252000" cy="252000"/>
            </a:xfrm>
          </p:grpSpPr>
          <p:sp>
            <p:nvSpPr>
              <p:cNvPr id="11" name="Freeform 855">
                <a:extLst>
                  <a:ext uri="{FF2B5EF4-FFF2-40B4-BE49-F238E27FC236}">
                    <a16:creationId xmlns:a16="http://schemas.microsoft.com/office/drawing/2014/main" id="{146AA672-A988-9EEA-CFCD-624D26A014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35" y="2137164"/>
                <a:ext cx="252000" cy="252000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solidFill>
                  <a:srgbClr val="0070C0"/>
                </a:solidFill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bg1">
                      <a:lumMod val="65000"/>
                    </a:schemeClr>
                  </a:solidFill>
                  <a:latin typeface="Avenir Next LT Pro" panose="020B0504020202020204" pitchFamily="34" charset="0"/>
                </a:endParaRPr>
              </a:p>
            </p:txBody>
          </p:sp>
          <p:pic>
            <p:nvPicPr>
              <p:cNvPr id="12" name="Elemento grafico 11" descr="Banca con riempimento a tinta unita">
                <a:extLst>
                  <a:ext uri="{FF2B5EF4-FFF2-40B4-BE49-F238E27FC236}">
                    <a16:creationId xmlns:a16="http://schemas.microsoft.com/office/drawing/2014/main" id="{3B8C850F-2E9B-7BEA-3B3F-AB81814101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0825" y="2158984"/>
                <a:ext cx="180000" cy="180000"/>
              </a:xfrm>
              <a:prstGeom prst="rect">
                <a:avLst/>
              </a:prstGeom>
            </p:spPr>
          </p:pic>
        </p:grpSp>
      </p:grp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13B5C450-3FC6-418E-2498-FB70A0FA1B84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21805914"/>
              </p:ext>
            </p:extLst>
          </p:nvPr>
        </p:nvGraphicFramePr>
        <p:xfrm>
          <a:off x="254373" y="2504981"/>
          <a:ext cx="705802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5951">
                  <a:extLst>
                    <a:ext uri="{9D8B030D-6E8A-4147-A177-3AD203B41FA5}">
                      <a16:colId xmlns:a16="http://schemas.microsoft.com/office/drawing/2014/main" val="1913383167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1185975714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400869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7800" indent="0" algn="just">
                        <a:buFont typeface="Arial" panose="020B0604020202020204" pitchFamily="34" charset="0"/>
                        <a:buNone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264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644137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C0A65BC-912B-437C-401E-B9EC4E0A583A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69289620"/>
              </p:ext>
            </p:extLst>
          </p:nvPr>
        </p:nvGraphicFramePr>
        <p:xfrm>
          <a:off x="250825" y="4832624"/>
          <a:ext cx="705802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5951">
                  <a:extLst>
                    <a:ext uri="{9D8B030D-6E8A-4147-A177-3AD203B41FA5}">
                      <a16:colId xmlns:a16="http://schemas.microsoft.com/office/drawing/2014/main" val="1913383167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1185975714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400869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7603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5474576"/>
                  </a:ext>
                </a:extLst>
              </a:tr>
            </a:tbl>
          </a:graphicData>
        </a:graphic>
      </p:graphicFrame>
      <p:grpSp>
        <p:nvGrpSpPr>
          <p:cNvPr id="13" name="Gruppo 12">
            <a:extLst>
              <a:ext uri="{FF2B5EF4-FFF2-40B4-BE49-F238E27FC236}">
                <a16:creationId xmlns:a16="http://schemas.microsoft.com/office/drawing/2014/main" id="{8B6A4B4D-612F-C0FB-B0D6-C9EF074EDDB2}"/>
              </a:ext>
            </a:extLst>
          </p:cNvPr>
          <p:cNvGrpSpPr/>
          <p:nvPr/>
        </p:nvGrpSpPr>
        <p:grpSpPr>
          <a:xfrm>
            <a:off x="35421" y="4446733"/>
            <a:ext cx="7422420" cy="303227"/>
            <a:chOff x="34935" y="4370324"/>
            <a:chExt cx="7422420" cy="303227"/>
          </a:xfrm>
        </p:grpSpPr>
        <p:sp>
          <p:nvSpPr>
            <p:cNvPr id="14" name="CasellaDiTesto 36">
              <a:extLst>
                <a:ext uri="{FF2B5EF4-FFF2-40B4-BE49-F238E27FC236}">
                  <a16:creationId xmlns:a16="http://schemas.microsoft.com/office/drawing/2014/main" id="{AD959748-365C-CB54-0666-57F35192D0D0}"/>
                </a:ext>
              </a:extLst>
            </p:cNvPr>
            <p:cNvSpPr txBox="1"/>
            <p:nvPr/>
          </p:nvSpPr>
          <p:spPr>
            <a:xfrm>
              <a:off x="268689" y="4370324"/>
              <a:ext cx="7188666" cy="3032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91440" tIns="45720" rIns="91440" bIns="45720" anchor="t">
              <a:noAutofit/>
            </a:bodyPr>
            <a:lstStyle>
              <a:defPPr marL="0" marR="0" indent="0" algn="l" defTabSz="673547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26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6838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33677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50516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67354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84193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1010321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117870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134709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lvl="2" indent="0" algn="just">
                <a:spcAft>
                  <a:spcPts val="600"/>
                </a:spcAft>
              </a:pPr>
              <a:r>
                <a:rPr lang="it-IT" sz="1400" i="1" dirty="0">
                  <a:solidFill>
                    <a:schemeClr val="tx1"/>
                  </a:solidFill>
                  <a:latin typeface="Avenir Next LT Pro" panose="020B0504020202020204" pitchFamily="34" charset="0"/>
                  <a:cs typeface="Calibri"/>
                </a:rPr>
                <a:t>INSURANCE</a:t>
              </a:r>
              <a:endParaRPr lang="it-IT" sz="1100" dirty="0">
                <a:solidFill>
                  <a:schemeClr val="tx1"/>
                </a:solidFill>
                <a:latin typeface="Avenir Next LT Pro" panose="020B0504020202020204" pitchFamily="34" charset="0"/>
              </a:endParaRPr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9D9BD18E-B136-91D7-D464-6A85AEB979A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5" y="4398483"/>
              <a:ext cx="252001" cy="252000"/>
              <a:chOff x="170550" y="1534640"/>
              <a:chExt cx="576000" cy="575999"/>
            </a:xfrm>
          </p:grpSpPr>
          <p:sp>
            <p:nvSpPr>
              <p:cNvPr id="16" name="Freeform 854">
                <a:extLst>
                  <a:ext uri="{FF2B5EF4-FFF2-40B4-BE49-F238E27FC236}">
                    <a16:creationId xmlns:a16="http://schemas.microsoft.com/office/drawing/2014/main" id="{435182A6-D93D-9894-3FE1-E318FFCD51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127" y="1654075"/>
                <a:ext cx="360847" cy="337129"/>
              </a:xfrm>
              <a:custGeom>
                <a:avLst/>
                <a:gdLst>
                  <a:gd name="T0" fmla="*/ 299 w 321"/>
                  <a:gd name="T1" fmla="*/ 32 h 300"/>
                  <a:gd name="T2" fmla="*/ 293 w 321"/>
                  <a:gd name="T3" fmla="*/ 23 h 300"/>
                  <a:gd name="T4" fmla="*/ 283 w 321"/>
                  <a:gd name="T5" fmla="*/ 24 h 300"/>
                  <a:gd name="T6" fmla="*/ 168 w 321"/>
                  <a:gd name="T7" fmla="*/ 4 h 300"/>
                  <a:gd name="T8" fmla="*/ 153 w 321"/>
                  <a:gd name="T9" fmla="*/ 4 h 300"/>
                  <a:gd name="T10" fmla="*/ 38 w 321"/>
                  <a:gd name="T11" fmla="*/ 24 h 300"/>
                  <a:gd name="T12" fmla="*/ 28 w 321"/>
                  <a:gd name="T13" fmla="*/ 23 h 300"/>
                  <a:gd name="T14" fmla="*/ 22 w 321"/>
                  <a:gd name="T15" fmla="*/ 32 h 300"/>
                  <a:gd name="T16" fmla="*/ 156 w 321"/>
                  <a:gd name="T17" fmla="*/ 298 h 300"/>
                  <a:gd name="T18" fmla="*/ 157 w 321"/>
                  <a:gd name="T19" fmla="*/ 299 h 300"/>
                  <a:gd name="T20" fmla="*/ 158 w 321"/>
                  <a:gd name="T21" fmla="*/ 299 h 300"/>
                  <a:gd name="T22" fmla="*/ 161 w 321"/>
                  <a:gd name="T23" fmla="*/ 300 h 300"/>
                  <a:gd name="T24" fmla="*/ 161 w 321"/>
                  <a:gd name="T25" fmla="*/ 300 h 300"/>
                  <a:gd name="T26" fmla="*/ 161 w 321"/>
                  <a:gd name="T27" fmla="*/ 300 h 300"/>
                  <a:gd name="T28" fmla="*/ 163 w 321"/>
                  <a:gd name="T29" fmla="*/ 299 h 300"/>
                  <a:gd name="T30" fmla="*/ 164 w 321"/>
                  <a:gd name="T31" fmla="*/ 299 h 300"/>
                  <a:gd name="T32" fmla="*/ 166 w 321"/>
                  <a:gd name="T33" fmla="*/ 298 h 300"/>
                  <a:gd name="T34" fmla="*/ 299 w 321"/>
                  <a:gd name="T35" fmla="*/ 32 h 300"/>
                  <a:gd name="T36" fmla="*/ 252 w 321"/>
                  <a:gd name="T37" fmla="*/ 55 h 300"/>
                  <a:gd name="T38" fmla="*/ 92 w 321"/>
                  <a:gd name="T39" fmla="*/ 215 h 300"/>
                  <a:gd name="T40" fmla="*/ 82 w 321"/>
                  <a:gd name="T41" fmla="*/ 201 h 300"/>
                  <a:gd name="T42" fmla="*/ 228 w 321"/>
                  <a:gd name="T43" fmla="*/ 55 h 300"/>
                  <a:gd name="T44" fmla="*/ 252 w 321"/>
                  <a:gd name="T45" fmla="*/ 55 h 300"/>
                  <a:gd name="T46" fmla="*/ 42 w 321"/>
                  <a:gd name="T47" fmla="*/ 49 h 300"/>
                  <a:gd name="T48" fmla="*/ 161 w 321"/>
                  <a:gd name="T49" fmla="*/ 26 h 300"/>
                  <a:gd name="T50" fmla="*/ 203 w 321"/>
                  <a:gd name="T51" fmla="*/ 50 h 300"/>
                  <a:gd name="T52" fmla="*/ 71 w 321"/>
                  <a:gd name="T53" fmla="*/ 183 h 300"/>
                  <a:gd name="T54" fmla="*/ 42 w 321"/>
                  <a:gd name="T55" fmla="*/ 49 h 300"/>
                  <a:gd name="T56" fmla="*/ 161 w 321"/>
                  <a:gd name="T57" fmla="*/ 277 h 300"/>
                  <a:gd name="T58" fmla="*/ 106 w 321"/>
                  <a:gd name="T59" fmla="*/ 231 h 300"/>
                  <a:gd name="T60" fmla="*/ 280 w 321"/>
                  <a:gd name="T61" fmla="*/ 57 h 300"/>
                  <a:gd name="T62" fmla="*/ 161 w 321"/>
                  <a:gd name="T63" fmla="*/ 277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21" h="300">
                    <a:moveTo>
                      <a:pt x="299" y="32"/>
                    </a:moveTo>
                    <a:cubicBezTo>
                      <a:pt x="299" y="28"/>
                      <a:pt x="297" y="25"/>
                      <a:pt x="293" y="23"/>
                    </a:cubicBezTo>
                    <a:cubicBezTo>
                      <a:pt x="290" y="22"/>
                      <a:pt x="286" y="22"/>
                      <a:pt x="283" y="24"/>
                    </a:cubicBezTo>
                    <a:cubicBezTo>
                      <a:pt x="283" y="24"/>
                      <a:pt x="222" y="58"/>
                      <a:pt x="168" y="4"/>
                    </a:cubicBezTo>
                    <a:cubicBezTo>
                      <a:pt x="164" y="0"/>
                      <a:pt x="157" y="0"/>
                      <a:pt x="153" y="4"/>
                    </a:cubicBezTo>
                    <a:cubicBezTo>
                      <a:pt x="100" y="58"/>
                      <a:pt x="40" y="25"/>
                      <a:pt x="38" y="24"/>
                    </a:cubicBezTo>
                    <a:cubicBezTo>
                      <a:pt x="35" y="22"/>
                      <a:pt x="31" y="22"/>
                      <a:pt x="28" y="23"/>
                    </a:cubicBezTo>
                    <a:cubicBezTo>
                      <a:pt x="25" y="25"/>
                      <a:pt x="22" y="28"/>
                      <a:pt x="22" y="32"/>
                    </a:cubicBezTo>
                    <a:cubicBezTo>
                      <a:pt x="0" y="216"/>
                      <a:pt x="154" y="298"/>
                      <a:pt x="156" y="298"/>
                    </a:cubicBezTo>
                    <a:cubicBezTo>
                      <a:pt x="156" y="299"/>
                      <a:pt x="157" y="299"/>
                      <a:pt x="157" y="299"/>
                    </a:cubicBezTo>
                    <a:cubicBezTo>
                      <a:pt x="157" y="299"/>
                      <a:pt x="158" y="299"/>
                      <a:pt x="158" y="299"/>
                    </a:cubicBezTo>
                    <a:cubicBezTo>
                      <a:pt x="159" y="300"/>
                      <a:pt x="160" y="300"/>
                      <a:pt x="161" y="300"/>
                    </a:cubicBezTo>
                    <a:cubicBezTo>
                      <a:pt x="161" y="300"/>
                      <a:pt x="161" y="300"/>
                      <a:pt x="161" y="300"/>
                    </a:cubicBezTo>
                    <a:cubicBezTo>
                      <a:pt x="161" y="300"/>
                      <a:pt x="161" y="300"/>
                      <a:pt x="161" y="300"/>
                    </a:cubicBezTo>
                    <a:cubicBezTo>
                      <a:pt x="162" y="300"/>
                      <a:pt x="162" y="300"/>
                      <a:pt x="163" y="299"/>
                    </a:cubicBezTo>
                    <a:cubicBezTo>
                      <a:pt x="164" y="299"/>
                      <a:pt x="164" y="299"/>
                      <a:pt x="164" y="299"/>
                    </a:cubicBezTo>
                    <a:cubicBezTo>
                      <a:pt x="165" y="299"/>
                      <a:pt x="165" y="299"/>
                      <a:pt x="166" y="298"/>
                    </a:cubicBezTo>
                    <a:cubicBezTo>
                      <a:pt x="167" y="298"/>
                      <a:pt x="321" y="216"/>
                      <a:pt x="299" y="32"/>
                    </a:cubicBezTo>
                    <a:close/>
                    <a:moveTo>
                      <a:pt x="252" y="55"/>
                    </a:moveTo>
                    <a:cubicBezTo>
                      <a:pt x="92" y="215"/>
                      <a:pt x="92" y="215"/>
                      <a:pt x="92" y="215"/>
                    </a:cubicBezTo>
                    <a:cubicBezTo>
                      <a:pt x="89" y="210"/>
                      <a:pt x="85" y="206"/>
                      <a:pt x="82" y="201"/>
                    </a:cubicBezTo>
                    <a:cubicBezTo>
                      <a:pt x="228" y="55"/>
                      <a:pt x="228" y="55"/>
                      <a:pt x="228" y="55"/>
                    </a:cubicBezTo>
                    <a:cubicBezTo>
                      <a:pt x="236" y="56"/>
                      <a:pt x="244" y="56"/>
                      <a:pt x="252" y="55"/>
                    </a:cubicBezTo>
                    <a:close/>
                    <a:moveTo>
                      <a:pt x="42" y="49"/>
                    </a:moveTo>
                    <a:cubicBezTo>
                      <a:pt x="66" y="57"/>
                      <a:pt x="115" y="66"/>
                      <a:pt x="161" y="26"/>
                    </a:cubicBezTo>
                    <a:cubicBezTo>
                      <a:pt x="175" y="38"/>
                      <a:pt x="189" y="46"/>
                      <a:pt x="203" y="50"/>
                    </a:cubicBezTo>
                    <a:cubicBezTo>
                      <a:pt x="71" y="183"/>
                      <a:pt x="71" y="183"/>
                      <a:pt x="71" y="183"/>
                    </a:cubicBezTo>
                    <a:cubicBezTo>
                      <a:pt x="51" y="148"/>
                      <a:pt x="38" y="104"/>
                      <a:pt x="42" y="49"/>
                    </a:cubicBezTo>
                    <a:close/>
                    <a:moveTo>
                      <a:pt x="161" y="277"/>
                    </a:moveTo>
                    <a:cubicBezTo>
                      <a:pt x="151" y="271"/>
                      <a:pt x="129" y="256"/>
                      <a:pt x="106" y="231"/>
                    </a:cubicBezTo>
                    <a:cubicBezTo>
                      <a:pt x="280" y="57"/>
                      <a:pt x="280" y="57"/>
                      <a:pt x="280" y="57"/>
                    </a:cubicBezTo>
                    <a:cubicBezTo>
                      <a:pt x="285" y="195"/>
                      <a:pt x="185" y="263"/>
                      <a:pt x="161" y="277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solidFill>
                  <a:srgbClr val="FFC000"/>
                </a:solidFill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bg1">
                      <a:lumMod val="65000"/>
                    </a:schemeClr>
                  </a:solidFill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17" name="Freeform 855">
                <a:extLst>
                  <a:ext uri="{FF2B5EF4-FFF2-40B4-BE49-F238E27FC236}">
                    <a16:creationId xmlns:a16="http://schemas.microsoft.com/office/drawing/2014/main" id="{B30B04F8-3537-0634-027F-4009ACA9DE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0550" y="1534640"/>
                <a:ext cx="576000" cy="575999"/>
              </a:xfrm>
              <a:custGeom>
                <a:avLst/>
                <a:gdLst>
                  <a:gd name="T0" fmla="*/ 256 w 512"/>
                  <a:gd name="T1" fmla="*/ 21 h 512"/>
                  <a:gd name="T2" fmla="*/ 490 w 512"/>
                  <a:gd name="T3" fmla="*/ 256 h 512"/>
                  <a:gd name="T4" fmla="*/ 256 w 512"/>
                  <a:gd name="T5" fmla="*/ 490 h 512"/>
                  <a:gd name="T6" fmla="*/ 21 w 512"/>
                  <a:gd name="T7" fmla="*/ 256 h 512"/>
                  <a:gd name="T8" fmla="*/ 256 w 512"/>
                  <a:gd name="T9" fmla="*/ 21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1"/>
                    </a:moveTo>
                    <a:cubicBezTo>
                      <a:pt x="385" y="21"/>
                      <a:pt x="490" y="126"/>
                      <a:pt x="490" y="256"/>
                    </a:cubicBezTo>
                    <a:cubicBezTo>
                      <a:pt x="490" y="385"/>
                      <a:pt x="385" y="490"/>
                      <a:pt x="256" y="490"/>
                    </a:cubicBezTo>
                    <a:cubicBezTo>
                      <a:pt x="126" y="490"/>
                      <a:pt x="21" y="385"/>
                      <a:pt x="21" y="256"/>
                    </a:cubicBezTo>
                    <a:cubicBezTo>
                      <a:pt x="21" y="126"/>
                      <a:pt x="126" y="21"/>
                      <a:pt x="256" y="21"/>
                    </a:cubicBezTo>
                    <a:moveTo>
                      <a:pt x="256" y="0"/>
                    </a:moveTo>
                    <a:cubicBezTo>
                      <a:pt x="114" y="0"/>
                      <a:pt x="0" y="114"/>
                      <a:pt x="0" y="256"/>
                    </a:cubicBezTo>
                    <a:cubicBezTo>
                      <a:pt x="0" y="397"/>
                      <a:pt x="114" y="512"/>
                      <a:pt x="256" y="512"/>
                    </a:cubicBezTo>
                    <a:cubicBezTo>
                      <a:pt x="397" y="512"/>
                      <a:pt x="512" y="397"/>
                      <a:pt x="512" y="256"/>
                    </a:cubicBezTo>
                    <a:cubicBezTo>
                      <a:pt x="512" y="114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solidFill>
                  <a:srgbClr val="FFC000"/>
                </a:solidFill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bg1">
                      <a:lumMod val="65000"/>
                    </a:schemeClr>
                  </a:solidFill>
                  <a:latin typeface="Avenir Next LT Pro" panose="020B0504020202020204" pitchFamily="34" charset="0"/>
                </a:endParaRPr>
              </a:p>
            </p:txBody>
          </p:sp>
        </p:grpSp>
      </p:grpSp>
      <p:graphicFrame>
        <p:nvGraphicFramePr>
          <p:cNvPr id="30" name="Tabella 29">
            <a:extLst>
              <a:ext uri="{FF2B5EF4-FFF2-40B4-BE49-F238E27FC236}">
                <a16:creationId xmlns:a16="http://schemas.microsoft.com/office/drawing/2014/main" id="{0A580058-52E7-0754-F3A0-4D5354C13A6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06861940"/>
              </p:ext>
            </p:extLst>
          </p:nvPr>
        </p:nvGraphicFramePr>
        <p:xfrm>
          <a:off x="250825" y="6931058"/>
          <a:ext cx="705802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5952">
                  <a:extLst>
                    <a:ext uri="{9D8B030D-6E8A-4147-A177-3AD203B41FA5}">
                      <a16:colId xmlns:a16="http://schemas.microsoft.com/office/drawing/2014/main" val="1913383167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1185975714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400869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1183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7751620"/>
                  </a:ext>
                </a:extLst>
              </a:tr>
            </a:tbl>
          </a:graphicData>
        </a:graphic>
      </p:graphicFrame>
      <p:grpSp>
        <p:nvGrpSpPr>
          <p:cNvPr id="31" name="Gruppo 30">
            <a:extLst>
              <a:ext uri="{FF2B5EF4-FFF2-40B4-BE49-F238E27FC236}">
                <a16:creationId xmlns:a16="http://schemas.microsoft.com/office/drawing/2014/main" id="{FF9E1C79-256C-251D-24D6-833C2E3BA58E}"/>
              </a:ext>
            </a:extLst>
          </p:cNvPr>
          <p:cNvGrpSpPr/>
          <p:nvPr/>
        </p:nvGrpSpPr>
        <p:grpSpPr>
          <a:xfrm>
            <a:off x="34936" y="6571040"/>
            <a:ext cx="7413921" cy="303227"/>
            <a:chOff x="34936" y="5503747"/>
            <a:chExt cx="7413921" cy="303227"/>
          </a:xfrm>
        </p:grpSpPr>
        <p:sp>
          <p:nvSpPr>
            <p:cNvPr id="32" name="CasellaDiTesto 36">
              <a:extLst>
                <a:ext uri="{FF2B5EF4-FFF2-40B4-BE49-F238E27FC236}">
                  <a16:creationId xmlns:a16="http://schemas.microsoft.com/office/drawing/2014/main" id="{835E229F-F094-6112-188C-5DD8BB170DE4}"/>
                </a:ext>
              </a:extLst>
            </p:cNvPr>
            <p:cNvSpPr txBox="1"/>
            <p:nvPr/>
          </p:nvSpPr>
          <p:spPr>
            <a:xfrm>
              <a:off x="260191" y="5503747"/>
              <a:ext cx="7188666" cy="3032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91440" tIns="45720" rIns="91440" bIns="45720" anchor="t">
              <a:noAutofit/>
            </a:bodyPr>
            <a:lstStyle>
              <a:defPPr marL="0" marR="0" indent="0" algn="l" defTabSz="673547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26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6838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33677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50516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67354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84193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1010321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117870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134709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lvl="2" indent="0" algn="just">
                <a:spcAft>
                  <a:spcPts val="600"/>
                </a:spcAft>
              </a:pPr>
              <a:r>
                <a:rPr lang="it-IT" sz="1400" i="1" dirty="0">
                  <a:solidFill>
                    <a:schemeClr val="tx1"/>
                  </a:solidFill>
                  <a:latin typeface="Avenir Next LT Pro" panose="020B0504020202020204" pitchFamily="34" charset="0"/>
                  <a:cs typeface="Calibri"/>
                </a:rPr>
                <a:t>CROSS FINANCE</a:t>
              </a:r>
              <a:endParaRPr lang="it-IT" sz="1100" dirty="0">
                <a:solidFill>
                  <a:schemeClr val="tx1"/>
                </a:solidFill>
                <a:latin typeface="Avenir Next LT Pro" panose="020B0504020202020204" pitchFamily="34" charset="0"/>
              </a:endParaRPr>
            </a:p>
          </p:txBody>
        </p:sp>
        <p:grpSp>
          <p:nvGrpSpPr>
            <p:cNvPr id="33" name="Gruppo 32">
              <a:extLst>
                <a:ext uri="{FF2B5EF4-FFF2-40B4-BE49-F238E27FC236}">
                  <a16:creationId xmlns:a16="http://schemas.microsoft.com/office/drawing/2014/main" id="{E5CB358B-BEC0-2590-4467-C02B56BF2B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36" y="5529365"/>
              <a:ext cx="252001" cy="252001"/>
              <a:chOff x="170550" y="2660986"/>
              <a:chExt cx="575999" cy="575999"/>
            </a:xfrm>
          </p:grpSpPr>
          <p:sp>
            <p:nvSpPr>
              <p:cNvPr id="35" name="Freeform 416">
                <a:extLst>
                  <a:ext uri="{FF2B5EF4-FFF2-40B4-BE49-F238E27FC236}">
                    <a16:creationId xmlns:a16="http://schemas.microsoft.com/office/drawing/2014/main" id="{C431DC9B-DF52-41C6-1B6B-D12A46F8BC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6408" y="2816844"/>
                <a:ext cx="264282" cy="264282"/>
              </a:xfrm>
              <a:custGeom>
                <a:avLst/>
                <a:gdLst>
                  <a:gd name="T0" fmla="*/ 234 w 234"/>
                  <a:gd name="T1" fmla="*/ 64 h 235"/>
                  <a:gd name="T2" fmla="*/ 213 w 234"/>
                  <a:gd name="T3" fmla="*/ 64 h 235"/>
                  <a:gd name="T4" fmla="*/ 157 w 234"/>
                  <a:gd name="T5" fmla="*/ 93 h 235"/>
                  <a:gd name="T6" fmla="*/ 141 w 234"/>
                  <a:gd name="T7" fmla="*/ 93 h 235"/>
                  <a:gd name="T8" fmla="*/ 198 w 234"/>
                  <a:gd name="T9" fmla="*/ 21 h 235"/>
                  <a:gd name="T10" fmla="*/ 160 w 234"/>
                  <a:gd name="T11" fmla="*/ 11 h 235"/>
                  <a:gd name="T12" fmla="*/ 224 w 234"/>
                  <a:gd name="T13" fmla="*/ 0 h 235"/>
                  <a:gd name="T14" fmla="*/ 228 w 234"/>
                  <a:gd name="T15" fmla="*/ 1 h 235"/>
                  <a:gd name="T16" fmla="*/ 77 w 234"/>
                  <a:gd name="T17" fmla="*/ 142 h 235"/>
                  <a:gd name="T18" fmla="*/ 21 w 234"/>
                  <a:gd name="T19" fmla="*/ 171 h 235"/>
                  <a:gd name="T20" fmla="*/ 0 w 234"/>
                  <a:gd name="T21" fmla="*/ 171 h 235"/>
                  <a:gd name="T22" fmla="*/ 0 w 234"/>
                  <a:gd name="T23" fmla="*/ 224 h 235"/>
                  <a:gd name="T24" fmla="*/ 10 w 234"/>
                  <a:gd name="T25" fmla="*/ 235 h 235"/>
                  <a:gd name="T26" fmla="*/ 74 w 234"/>
                  <a:gd name="T27" fmla="*/ 224 h 235"/>
                  <a:gd name="T28" fmla="*/ 36 w 234"/>
                  <a:gd name="T29" fmla="*/ 213 h 235"/>
                  <a:gd name="T30" fmla="*/ 93 w 234"/>
                  <a:gd name="T31" fmla="*/ 142 h 235"/>
                  <a:gd name="T32" fmla="*/ 36 w 234"/>
                  <a:gd name="T33" fmla="*/ 21 h 235"/>
                  <a:gd name="T34" fmla="*/ 74 w 234"/>
                  <a:gd name="T35" fmla="*/ 11 h 235"/>
                  <a:gd name="T36" fmla="*/ 10 w 234"/>
                  <a:gd name="T37" fmla="*/ 0 h 235"/>
                  <a:gd name="T38" fmla="*/ 6 w 234"/>
                  <a:gd name="T39" fmla="*/ 1 h 235"/>
                  <a:gd name="T40" fmla="*/ 0 w 234"/>
                  <a:gd name="T41" fmla="*/ 64 h 235"/>
                  <a:gd name="T42" fmla="*/ 21 w 234"/>
                  <a:gd name="T43" fmla="*/ 64 h 235"/>
                  <a:gd name="T44" fmla="*/ 77 w 234"/>
                  <a:gd name="T45" fmla="*/ 93 h 235"/>
                  <a:gd name="T46" fmla="*/ 93 w 234"/>
                  <a:gd name="T47" fmla="*/ 93 h 235"/>
                  <a:gd name="T48" fmla="*/ 36 w 234"/>
                  <a:gd name="T49" fmla="*/ 21 h 235"/>
                  <a:gd name="T50" fmla="*/ 213 w 234"/>
                  <a:gd name="T51" fmla="*/ 171 h 235"/>
                  <a:gd name="T52" fmla="*/ 157 w 234"/>
                  <a:gd name="T53" fmla="*/ 142 h 235"/>
                  <a:gd name="T54" fmla="*/ 141 w 234"/>
                  <a:gd name="T55" fmla="*/ 157 h 235"/>
                  <a:gd name="T56" fmla="*/ 170 w 234"/>
                  <a:gd name="T57" fmla="*/ 213 h 235"/>
                  <a:gd name="T58" fmla="*/ 170 w 234"/>
                  <a:gd name="T59" fmla="*/ 235 h 235"/>
                  <a:gd name="T60" fmla="*/ 234 w 234"/>
                  <a:gd name="T61" fmla="*/ 228 h 235"/>
                  <a:gd name="T62" fmla="*/ 234 w 234"/>
                  <a:gd name="T63" fmla="*/ 224 h 235"/>
                  <a:gd name="T64" fmla="*/ 224 w 234"/>
                  <a:gd name="T65" fmla="*/ 16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34" h="235">
                    <a:moveTo>
                      <a:pt x="234" y="11"/>
                    </a:moveTo>
                    <a:cubicBezTo>
                      <a:pt x="234" y="64"/>
                      <a:pt x="234" y="64"/>
                      <a:pt x="234" y="64"/>
                    </a:cubicBezTo>
                    <a:cubicBezTo>
                      <a:pt x="234" y="70"/>
                      <a:pt x="230" y="75"/>
                      <a:pt x="224" y="75"/>
                    </a:cubicBezTo>
                    <a:cubicBezTo>
                      <a:pt x="218" y="75"/>
                      <a:pt x="213" y="70"/>
                      <a:pt x="213" y="64"/>
                    </a:cubicBezTo>
                    <a:cubicBezTo>
                      <a:pt x="213" y="36"/>
                      <a:pt x="213" y="36"/>
                      <a:pt x="213" y="36"/>
                    </a:cubicBezTo>
                    <a:cubicBezTo>
                      <a:pt x="157" y="93"/>
                      <a:pt x="157" y="93"/>
                      <a:pt x="157" y="93"/>
                    </a:cubicBezTo>
                    <a:cubicBezTo>
                      <a:pt x="154" y="95"/>
                      <a:pt x="152" y="96"/>
                      <a:pt x="149" y="96"/>
                    </a:cubicBezTo>
                    <a:cubicBezTo>
                      <a:pt x="146" y="96"/>
                      <a:pt x="144" y="95"/>
                      <a:pt x="141" y="93"/>
                    </a:cubicBezTo>
                    <a:cubicBezTo>
                      <a:pt x="137" y="89"/>
                      <a:pt x="137" y="82"/>
                      <a:pt x="141" y="78"/>
                    </a:cubicBezTo>
                    <a:cubicBezTo>
                      <a:pt x="198" y="21"/>
                      <a:pt x="198" y="21"/>
                      <a:pt x="198" y="21"/>
                    </a:cubicBezTo>
                    <a:cubicBezTo>
                      <a:pt x="170" y="21"/>
                      <a:pt x="170" y="21"/>
                      <a:pt x="170" y="21"/>
                    </a:cubicBezTo>
                    <a:cubicBezTo>
                      <a:pt x="164" y="21"/>
                      <a:pt x="160" y="17"/>
                      <a:pt x="160" y="11"/>
                    </a:cubicBezTo>
                    <a:cubicBezTo>
                      <a:pt x="160" y="5"/>
                      <a:pt x="164" y="0"/>
                      <a:pt x="170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25" y="0"/>
                      <a:pt x="226" y="0"/>
                      <a:pt x="228" y="1"/>
                    </a:cubicBezTo>
                    <a:cubicBezTo>
                      <a:pt x="232" y="2"/>
                      <a:pt x="234" y="6"/>
                      <a:pt x="234" y="11"/>
                    </a:cubicBezTo>
                    <a:close/>
                    <a:moveTo>
                      <a:pt x="77" y="142"/>
                    </a:moveTo>
                    <a:cubicBezTo>
                      <a:pt x="21" y="198"/>
                      <a:pt x="21" y="198"/>
                      <a:pt x="21" y="198"/>
                    </a:cubicBezTo>
                    <a:cubicBezTo>
                      <a:pt x="21" y="171"/>
                      <a:pt x="21" y="171"/>
                      <a:pt x="21" y="171"/>
                    </a:cubicBezTo>
                    <a:cubicBezTo>
                      <a:pt x="21" y="165"/>
                      <a:pt x="16" y="160"/>
                      <a:pt x="10" y="160"/>
                    </a:cubicBezTo>
                    <a:cubicBezTo>
                      <a:pt x="4" y="160"/>
                      <a:pt x="0" y="165"/>
                      <a:pt x="0" y="171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26"/>
                      <a:pt x="0" y="227"/>
                      <a:pt x="0" y="228"/>
                    </a:cubicBezTo>
                    <a:cubicBezTo>
                      <a:pt x="2" y="232"/>
                      <a:pt x="6" y="235"/>
                      <a:pt x="10" y="235"/>
                    </a:cubicBezTo>
                    <a:cubicBezTo>
                      <a:pt x="64" y="235"/>
                      <a:pt x="64" y="235"/>
                      <a:pt x="64" y="235"/>
                    </a:cubicBezTo>
                    <a:cubicBezTo>
                      <a:pt x="70" y="235"/>
                      <a:pt x="74" y="230"/>
                      <a:pt x="74" y="224"/>
                    </a:cubicBezTo>
                    <a:cubicBezTo>
                      <a:pt x="74" y="218"/>
                      <a:pt x="70" y="213"/>
                      <a:pt x="64" y="213"/>
                    </a:cubicBezTo>
                    <a:cubicBezTo>
                      <a:pt x="36" y="213"/>
                      <a:pt x="36" y="213"/>
                      <a:pt x="36" y="213"/>
                    </a:cubicBezTo>
                    <a:cubicBezTo>
                      <a:pt x="93" y="157"/>
                      <a:pt x="93" y="157"/>
                      <a:pt x="93" y="157"/>
                    </a:cubicBezTo>
                    <a:cubicBezTo>
                      <a:pt x="97" y="153"/>
                      <a:pt x="97" y="146"/>
                      <a:pt x="93" y="142"/>
                    </a:cubicBezTo>
                    <a:cubicBezTo>
                      <a:pt x="88" y="138"/>
                      <a:pt x="82" y="138"/>
                      <a:pt x="77" y="142"/>
                    </a:cubicBezTo>
                    <a:close/>
                    <a:moveTo>
                      <a:pt x="36" y="21"/>
                    </a:moveTo>
                    <a:cubicBezTo>
                      <a:pt x="64" y="21"/>
                      <a:pt x="64" y="21"/>
                      <a:pt x="64" y="21"/>
                    </a:cubicBezTo>
                    <a:cubicBezTo>
                      <a:pt x="70" y="21"/>
                      <a:pt x="74" y="17"/>
                      <a:pt x="74" y="11"/>
                    </a:cubicBezTo>
                    <a:cubicBezTo>
                      <a:pt x="74" y="5"/>
                      <a:pt x="70" y="0"/>
                      <a:pt x="64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8" y="0"/>
                      <a:pt x="6" y="1"/>
                    </a:cubicBezTo>
                    <a:cubicBezTo>
                      <a:pt x="2" y="2"/>
                      <a:pt x="0" y="6"/>
                      <a:pt x="0" y="11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0"/>
                      <a:pt x="4" y="75"/>
                      <a:pt x="10" y="75"/>
                    </a:cubicBezTo>
                    <a:cubicBezTo>
                      <a:pt x="16" y="75"/>
                      <a:pt x="21" y="70"/>
                      <a:pt x="21" y="64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0" y="95"/>
                      <a:pt x="82" y="96"/>
                      <a:pt x="85" y="96"/>
                    </a:cubicBezTo>
                    <a:cubicBezTo>
                      <a:pt x="88" y="96"/>
                      <a:pt x="90" y="95"/>
                      <a:pt x="93" y="93"/>
                    </a:cubicBezTo>
                    <a:cubicBezTo>
                      <a:pt x="97" y="89"/>
                      <a:pt x="97" y="82"/>
                      <a:pt x="93" y="78"/>
                    </a:cubicBezTo>
                    <a:lnTo>
                      <a:pt x="36" y="21"/>
                    </a:lnTo>
                    <a:close/>
                    <a:moveTo>
                      <a:pt x="224" y="160"/>
                    </a:moveTo>
                    <a:cubicBezTo>
                      <a:pt x="218" y="160"/>
                      <a:pt x="213" y="165"/>
                      <a:pt x="213" y="171"/>
                    </a:cubicBezTo>
                    <a:cubicBezTo>
                      <a:pt x="213" y="198"/>
                      <a:pt x="213" y="198"/>
                      <a:pt x="213" y="198"/>
                    </a:cubicBezTo>
                    <a:cubicBezTo>
                      <a:pt x="157" y="142"/>
                      <a:pt x="157" y="142"/>
                      <a:pt x="157" y="142"/>
                    </a:cubicBezTo>
                    <a:cubicBezTo>
                      <a:pt x="152" y="138"/>
                      <a:pt x="146" y="138"/>
                      <a:pt x="141" y="142"/>
                    </a:cubicBezTo>
                    <a:cubicBezTo>
                      <a:pt x="137" y="146"/>
                      <a:pt x="137" y="153"/>
                      <a:pt x="141" y="157"/>
                    </a:cubicBezTo>
                    <a:cubicBezTo>
                      <a:pt x="198" y="213"/>
                      <a:pt x="198" y="213"/>
                      <a:pt x="198" y="213"/>
                    </a:cubicBezTo>
                    <a:cubicBezTo>
                      <a:pt x="170" y="213"/>
                      <a:pt x="170" y="213"/>
                      <a:pt x="170" y="213"/>
                    </a:cubicBezTo>
                    <a:cubicBezTo>
                      <a:pt x="164" y="213"/>
                      <a:pt x="160" y="218"/>
                      <a:pt x="160" y="224"/>
                    </a:cubicBezTo>
                    <a:cubicBezTo>
                      <a:pt x="160" y="230"/>
                      <a:pt x="164" y="235"/>
                      <a:pt x="170" y="235"/>
                    </a:cubicBezTo>
                    <a:cubicBezTo>
                      <a:pt x="224" y="235"/>
                      <a:pt x="224" y="235"/>
                      <a:pt x="224" y="235"/>
                    </a:cubicBezTo>
                    <a:cubicBezTo>
                      <a:pt x="228" y="235"/>
                      <a:pt x="232" y="232"/>
                      <a:pt x="234" y="228"/>
                    </a:cubicBezTo>
                    <a:cubicBezTo>
                      <a:pt x="234" y="227"/>
                      <a:pt x="234" y="226"/>
                      <a:pt x="234" y="224"/>
                    </a:cubicBezTo>
                    <a:cubicBezTo>
                      <a:pt x="234" y="224"/>
                      <a:pt x="234" y="224"/>
                      <a:pt x="234" y="224"/>
                    </a:cubicBezTo>
                    <a:cubicBezTo>
                      <a:pt x="234" y="171"/>
                      <a:pt x="234" y="171"/>
                      <a:pt x="234" y="171"/>
                    </a:cubicBezTo>
                    <a:cubicBezTo>
                      <a:pt x="234" y="165"/>
                      <a:pt x="230" y="160"/>
                      <a:pt x="224" y="16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rgbClr val="002060"/>
                </a:solidFill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prstClr val="black"/>
                  </a:solidFill>
                  <a:latin typeface="Avenir Next LT Pro" panose="020B0504020202020204" pitchFamily="34" charset="0"/>
                </a:endParaRPr>
              </a:p>
            </p:txBody>
          </p:sp>
          <p:sp>
            <p:nvSpPr>
              <p:cNvPr id="36" name="Freeform 417">
                <a:extLst>
                  <a:ext uri="{FF2B5EF4-FFF2-40B4-BE49-F238E27FC236}">
                    <a16:creationId xmlns:a16="http://schemas.microsoft.com/office/drawing/2014/main" id="{0C0EE83D-8D94-A272-05C2-DECEEC6004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0550" y="2660986"/>
                <a:ext cx="575999" cy="575999"/>
              </a:xfrm>
              <a:custGeom>
                <a:avLst/>
                <a:gdLst>
                  <a:gd name="T0" fmla="*/ 256 w 512"/>
                  <a:gd name="T1" fmla="*/ 22 h 512"/>
                  <a:gd name="T2" fmla="*/ 491 w 512"/>
                  <a:gd name="T3" fmla="*/ 256 h 512"/>
                  <a:gd name="T4" fmla="*/ 256 w 512"/>
                  <a:gd name="T5" fmla="*/ 491 h 512"/>
                  <a:gd name="T6" fmla="*/ 21 w 512"/>
                  <a:gd name="T7" fmla="*/ 256 h 512"/>
                  <a:gd name="T8" fmla="*/ 256 w 512"/>
                  <a:gd name="T9" fmla="*/ 22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2"/>
                    </a:moveTo>
                    <a:cubicBezTo>
                      <a:pt x="385" y="22"/>
                      <a:pt x="491" y="127"/>
                      <a:pt x="491" y="256"/>
                    </a:cubicBezTo>
                    <a:cubicBezTo>
                      <a:pt x="491" y="386"/>
                      <a:pt x="385" y="491"/>
                      <a:pt x="256" y="491"/>
                    </a:cubicBezTo>
                    <a:cubicBezTo>
                      <a:pt x="127" y="491"/>
                      <a:pt x="21" y="386"/>
                      <a:pt x="21" y="256"/>
                    </a:cubicBezTo>
                    <a:cubicBezTo>
                      <a:pt x="21" y="127"/>
                      <a:pt x="127" y="22"/>
                      <a:pt x="256" y="22"/>
                    </a:cubicBezTo>
                    <a:moveTo>
                      <a:pt x="256" y="0"/>
                    </a:moveTo>
                    <a:cubicBezTo>
                      <a:pt x="115" y="0"/>
                      <a:pt x="0" y="115"/>
                      <a:pt x="0" y="256"/>
                    </a:cubicBezTo>
                    <a:cubicBezTo>
                      <a:pt x="0" y="398"/>
                      <a:pt x="115" y="512"/>
                      <a:pt x="256" y="512"/>
                    </a:cubicBezTo>
                    <a:cubicBezTo>
                      <a:pt x="397" y="512"/>
                      <a:pt x="512" y="398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rgbClr val="002060"/>
                </a:solidFill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prstClr val="black"/>
                  </a:solidFill>
                  <a:latin typeface="Avenir Next LT Pro" panose="020B0504020202020204" pitchFamily="34" charset="0"/>
                </a:endParaRPr>
              </a:p>
            </p:txBody>
          </p:sp>
        </p:grpSp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73B06E1E-3CFB-BFE9-D0EE-548CE4CFE8D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1" y="2578679"/>
            <a:ext cx="242354" cy="226616"/>
          </a:xfrm>
          <a:prstGeom prst="rect">
            <a:avLst/>
          </a:prstGeom>
          <a:noFill/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21134A81-4A3A-5614-DEA3-36D9B518E7D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1" y="8600819"/>
            <a:ext cx="242354" cy="226616"/>
          </a:xfrm>
          <a:prstGeom prst="rect">
            <a:avLst/>
          </a:prstGeom>
          <a:noFill/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D6C5861A-0D2D-98F8-3151-2A5A0962C230}"/>
              </a:ext>
            </a:extLst>
          </p:cNvPr>
          <p:cNvGrpSpPr/>
          <p:nvPr/>
        </p:nvGrpSpPr>
        <p:grpSpPr>
          <a:xfrm>
            <a:off x="34935" y="8132068"/>
            <a:ext cx="7410355" cy="303227"/>
            <a:chOff x="34935" y="7204665"/>
            <a:chExt cx="7410355" cy="303227"/>
          </a:xfrm>
        </p:grpSpPr>
        <p:sp>
          <p:nvSpPr>
            <p:cNvPr id="26" name="CasellaDiTesto 36">
              <a:extLst>
                <a:ext uri="{FF2B5EF4-FFF2-40B4-BE49-F238E27FC236}">
                  <a16:creationId xmlns:a16="http://schemas.microsoft.com/office/drawing/2014/main" id="{6A1118E6-2FBD-D01E-A4BE-0123300E7420}"/>
                </a:ext>
              </a:extLst>
            </p:cNvPr>
            <p:cNvSpPr txBox="1"/>
            <p:nvPr/>
          </p:nvSpPr>
          <p:spPr>
            <a:xfrm>
              <a:off x="256624" y="7204665"/>
              <a:ext cx="7188666" cy="3032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91440" tIns="45720" rIns="91440" bIns="45720" anchor="t">
              <a:noAutofit/>
            </a:bodyPr>
            <a:lstStyle>
              <a:defPPr marL="0" marR="0" indent="0" algn="l" defTabSz="673547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26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marL="0" marR="0" indent="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16838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33677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505160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67354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0" marR="0" indent="84193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0" marR="0" indent="1010321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0" marR="0" indent="1178707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0" marR="0" indent="1347094" algn="ctr" defTabSz="43032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68" b="1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lvl="2" indent="0" algn="just">
                <a:spcAft>
                  <a:spcPts val="600"/>
                </a:spcAft>
              </a:pPr>
              <a:r>
                <a:rPr lang="it-IT" sz="1400" i="1" dirty="0">
                  <a:solidFill>
                    <a:schemeClr val="tx1"/>
                  </a:solidFill>
                  <a:latin typeface="Avenir Next LT Pro" panose="020B0504020202020204" pitchFamily="34" charset="0"/>
                  <a:cs typeface="Calibri"/>
                </a:rPr>
                <a:t>APPROFONDIMENTI</a:t>
              </a:r>
              <a:endParaRPr lang="it-IT" sz="1100" dirty="0">
                <a:solidFill>
                  <a:schemeClr val="tx1"/>
                </a:solidFill>
                <a:latin typeface="Avenir Next LT Pro" panose="020B0504020202020204" pitchFamily="34" charset="0"/>
              </a:endParaRPr>
            </a:p>
          </p:txBody>
        </p:sp>
        <p:grpSp>
          <p:nvGrpSpPr>
            <p:cNvPr id="27" name="Gruppo 26">
              <a:extLst>
                <a:ext uri="{FF2B5EF4-FFF2-40B4-BE49-F238E27FC236}">
                  <a16:creationId xmlns:a16="http://schemas.microsoft.com/office/drawing/2014/main" id="{B612103E-AC64-B8BF-6251-53517AB910B5}"/>
                </a:ext>
              </a:extLst>
            </p:cNvPr>
            <p:cNvGrpSpPr/>
            <p:nvPr/>
          </p:nvGrpSpPr>
          <p:grpSpPr>
            <a:xfrm>
              <a:off x="34935" y="7230278"/>
              <a:ext cx="252000" cy="252000"/>
              <a:chOff x="34935" y="6517771"/>
              <a:chExt cx="252000" cy="252000"/>
            </a:xfrm>
          </p:grpSpPr>
          <p:pic>
            <p:nvPicPr>
              <p:cNvPr id="28" name="Elemento grafico 27" descr="Lente di ingrandimento con riempimento a tinta unita">
                <a:extLst>
                  <a:ext uri="{FF2B5EF4-FFF2-40B4-BE49-F238E27FC236}">
                    <a16:creationId xmlns:a16="http://schemas.microsoft.com/office/drawing/2014/main" id="{D770C56B-83E8-3BD9-DBDF-7A3563BACB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0825" y="6553771"/>
                <a:ext cx="180000" cy="180000"/>
              </a:xfrm>
              <a:prstGeom prst="rect">
                <a:avLst/>
              </a:prstGeom>
            </p:spPr>
          </p:pic>
          <p:sp>
            <p:nvSpPr>
              <p:cNvPr id="29" name="Freeform 417">
                <a:extLst>
                  <a:ext uri="{FF2B5EF4-FFF2-40B4-BE49-F238E27FC236}">
                    <a16:creationId xmlns:a16="http://schemas.microsoft.com/office/drawing/2014/main" id="{067D34FC-42C4-DB70-F323-B83EB22912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35" y="6517771"/>
                <a:ext cx="252000" cy="252000"/>
              </a:xfrm>
              <a:custGeom>
                <a:avLst/>
                <a:gdLst>
                  <a:gd name="T0" fmla="*/ 256 w 512"/>
                  <a:gd name="T1" fmla="*/ 22 h 512"/>
                  <a:gd name="T2" fmla="*/ 491 w 512"/>
                  <a:gd name="T3" fmla="*/ 256 h 512"/>
                  <a:gd name="T4" fmla="*/ 256 w 512"/>
                  <a:gd name="T5" fmla="*/ 491 h 512"/>
                  <a:gd name="T6" fmla="*/ 21 w 512"/>
                  <a:gd name="T7" fmla="*/ 256 h 512"/>
                  <a:gd name="T8" fmla="*/ 256 w 512"/>
                  <a:gd name="T9" fmla="*/ 22 h 512"/>
                  <a:gd name="T10" fmla="*/ 256 w 512"/>
                  <a:gd name="T11" fmla="*/ 0 h 512"/>
                  <a:gd name="T12" fmla="*/ 0 w 512"/>
                  <a:gd name="T13" fmla="*/ 256 h 512"/>
                  <a:gd name="T14" fmla="*/ 256 w 512"/>
                  <a:gd name="T15" fmla="*/ 512 h 512"/>
                  <a:gd name="T16" fmla="*/ 512 w 512"/>
                  <a:gd name="T17" fmla="*/ 256 h 512"/>
                  <a:gd name="T18" fmla="*/ 256 w 512"/>
                  <a:gd name="T19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12" h="512">
                    <a:moveTo>
                      <a:pt x="256" y="22"/>
                    </a:moveTo>
                    <a:cubicBezTo>
                      <a:pt x="385" y="22"/>
                      <a:pt x="491" y="127"/>
                      <a:pt x="491" y="256"/>
                    </a:cubicBezTo>
                    <a:cubicBezTo>
                      <a:pt x="491" y="386"/>
                      <a:pt x="385" y="491"/>
                      <a:pt x="256" y="491"/>
                    </a:cubicBezTo>
                    <a:cubicBezTo>
                      <a:pt x="127" y="491"/>
                      <a:pt x="21" y="386"/>
                      <a:pt x="21" y="256"/>
                    </a:cubicBezTo>
                    <a:cubicBezTo>
                      <a:pt x="21" y="127"/>
                      <a:pt x="127" y="22"/>
                      <a:pt x="256" y="22"/>
                    </a:cubicBezTo>
                    <a:moveTo>
                      <a:pt x="256" y="0"/>
                    </a:moveTo>
                    <a:cubicBezTo>
                      <a:pt x="115" y="0"/>
                      <a:pt x="0" y="115"/>
                      <a:pt x="0" y="256"/>
                    </a:cubicBezTo>
                    <a:cubicBezTo>
                      <a:pt x="0" y="398"/>
                      <a:pt x="115" y="512"/>
                      <a:pt x="256" y="512"/>
                    </a:cubicBezTo>
                    <a:cubicBezTo>
                      <a:pt x="397" y="512"/>
                      <a:pt x="512" y="398"/>
                      <a:pt x="512" y="256"/>
                    </a:cubicBezTo>
                    <a:cubicBezTo>
                      <a:pt x="512" y="115"/>
                      <a:pt x="397" y="0"/>
                      <a:pt x="256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tx1"/>
                  </a:solidFill>
                  <a:latin typeface="Avenir Next LT Pro" panose="020B0504020202020204" pitchFamily="34" charset="0"/>
                </a:endParaRPr>
              </a:p>
            </p:txBody>
          </p:sp>
        </p:grpSp>
      </p:grpSp>
      <p:graphicFrame>
        <p:nvGraphicFramePr>
          <p:cNvPr id="37" name="Tabella 36">
            <a:extLst>
              <a:ext uri="{FF2B5EF4-FFF2-40B4-BE49-F238E27FC236}">
                <a16:creationId xmlns:a16="http://schemas.microsoft.com/office/drawing/2014/main" id="{8954379A-5205-C30B-6408-873786AAAFDC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155672469"/>
              </p:ext>
            </p:extLst>
          </p:nvPr>
        </p:nvGraphicFramePr>
        <p:xfrm>
          <a:off x="250204" y="8530540"/>
          <a:ext cx="705802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25951">
                  <a:extLst>
                    <a:ext uri="{9D8B030D-6E8A-4147-A177-3AD203B41FA5}">
                      <a16:colId xmlns:a16="http://schemas.microsoft.com/office/drawing/2014/main" val="1913383167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1185975714"/>
                    </a:ext>
                  </a:extLst>
                </a:gridCol>
                <a:gridCol w="866037">
                  <a:extLst>
                    <a:ext uri="{9D8B030D-6E8A-4147-A177-3AD203B41FA5}">
                      <a16:colId xmlns:a16="http://schemas.microsoft.com/office/drawing/2014/main" val="4008693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7800" indent="0" algn="just">
                        <a:buFont typeface="Arial" panose="020B0604020202020204" pitchFamily="34" charset="0"/>
                        <a:buNone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629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it-IT" sz="1000" b="0" i="0" dirty="0">
                          <a:latin typeface="Avenir Next LT Pro" panose="020B0504020202020204" pitchFamily="34" charset="0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13444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/05/2026</a:t>
                      </a:r>
                      <a:endParaRPr lang="it-IT" sz="1000" b="0" i="0" u="none" strike="noStrike" cap="none" spc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  <a:latin typeface="Avenir Next LT Pro" panose="020B0504020202020204" pitchFamily="34" charset="0"/>
                        <a:ea typeface="+mn-ea"/>
                        <a:cs typeface="+mn-cs"/>
                        <a:sym typeface="Helvetica Neue Ligh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313444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it-IT" sz="1000" b="0" i="0" u="none" strike="noStrike" cap="none" spc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uFillTx/>
                          <a:latin typeface="Avenir Next LT Pro" panose="020B0504020202020204" pitchFamily="34" charset="0"/>
                          <a:ea typeface="+mn-ea"/>
                          <a:cs typeface="+mn-cs"/>
                          <a:sym typeface="Helvetica Neue Light"/>
                        </a:rPr>
                        <a:t>Link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2473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6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E5B34D80_8202_4893_9263_39C158D8FB1E&quot;,&quot;SourceFullName&quot;:&quot;&quot;,&quot;LastUpdate&quot;:&quot;2025-02-17 10:47 AM&quot;,&quot;UpdatedBy&quot;:&quot;a.colasurdo&quot;,&quot;IsLinked&quot;:false,&quot;IsBrokenLink&quot;:false,&quot;Type&quot;:2,&quot;ShapeId&quot;:0,&quot;WorksheetName&quot;:null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E5B34D80_8202_4893_9263_39C158D8FB1E&quot;,&quot;SourceFullName&quot;:&quot;&quot;,&quot;LastUpdate&quot;:&quot;2025-02-17 10:47 AM&quot;,&quot;UpdatedBy&quot;:&quot;a.colasurdo&quot;,&quot;IsLinked&quot;:false,&quot;IsBrokenLink&quot;:false,&quot;Type&quot;:2,&quot;ShapeId&quot;:0,&quot;WorksheetName&quot;:null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F944292C_EA98_490C_BFB8_0E2BA8E358A7&quot;,&quot;SourceFullName&quot;:&quot;&quot;,&quot;LastUpdate&quot;:&quot;2025-02-10 2:19 PM&quot;,&quot;UpdatedBy&quot;:&quot;a.colasurdo&quot;,&quot;IsLinked&quot;:false,&quot;IsBrokenLink&quot;:false,&quot;Type&quot;:2,&quot;ShapeId&quot;:0,&quot;WorksheetName&quot;:null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POWER_USER_LINK_E5B34D80_8202_4893_9263_39C158D8FB1E&quot;,&quot;SourceFullName&quot;:&quot;&quot;,&quot;LastUpdate&quot;:&quot;2025-02-17 10:47 AM&quot;,&quot;UpdatedBy&quot;:&quot;a.colasurdo&quot;,&quot;IsLinked&quot;:false,&quot;IsBrokenLink&quot;:false,&quot;Type&quot;:2,&quot;ShapeId&quot;:0,&quot;WorksheetName&quot;:null}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310895730FBD47917AA269694BC14E" ma:contentTypeVersion="13" ma:contentTypeDescription="Create a new document." ma:contentTypeScope="" ma:versionID="3d58c28c5bfbd4d9d944e73c4b45910c">
  <xsd:schema xmlns:xsd="http://www.w3.org/2001/XMLSchema" xmlns:xs="http://www.w3.org/2001/XMLSchema" xmlns:p="http://schemas.microsoft.com/office/2006/metadata/properties" xmlns:ns2="cf2a3556-9ff1-4809-aede-0c4d87a6f17b" xmlns:ns3="20cea128-93c2-4565-b167-979e524c2c7f" targetNamespace="http://schemas.microsoft.com/office/2006/metadata/properties" ma:root="true" ma:fieldsID="8b729c930090f549128f10ee5c7ad702" ns2:_="" ns3:_="">
    <xsd:import namespace="cf2a3556-9ff1-4809-aede-0c4d87a6f17b"/>
    <xsd:import namespace="20cea128-93c2-4565-b167-979e524c2c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a3556-9ff1-4809-aede-0c4d87a6f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741790d-0206-414d-9670-29513483ec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cea128-93c2-4565-b167-979e524c2c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de01b99-4106-4415-96cb-a40356f2abc5}" ma:internalName="TaxCatchAll" ma:showField="CatchAllData" ma:web="20cea128-93c2-4565-b167-979e524c2c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f2a3556-9ff1-4809-aede-0c4d87a6f17b">
      <Terms xmlns="http://schemas.microsoft.com/office/infopath/2007/PartnerControls"/>
    </lcf76f155ced4ddcb4097134ff3c332f>
    <TaxCatchAll xmlns="20cea128-93c2-4565-b167-979e524c2c7f" xsi:nil="true"/>
  </documentManagement>
</p:properties>
</file>

<file path=customXml/itemProps1.xml><?xml version="1.0" encoding="utf-8"?>
<ds:datastoreItem xmlns:ds="http://schemas.openxmlformats.org/officeDocument/2006/customXml" ds:itemID="{D2873E39-CD59-4C25-BEA8-2D34AD8186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ED5772-172B-40B0-AD1E-D1FC724203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2a3556-9ff1-4809-aede-0c4d87a6f17b"/>
    <ds:schemaRef ds:uri="20cea128-93c2-4565-b167-979e524c2c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F1F4FD-52B8-45CF-8FB0-F2A4AE5D86B3}">
  <ds:schemaRefs>
    <ds:schemaRef ds:uri="http://purl.org/dc/elements/1.1/"/>
    <ds:schemaRef ds:uri="http://schemas.microsoft.com/office/2006/documentManagement/types"/>
    <ds:schemaRef ds:uri="20cea128-93c2-4565-b167-979e524c2c7f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cf2a3556-9ff1-4809-aede-0c4d87a6f17b"/>
  </ds:schemaRefs>
</ds:datastoreItem>
</file>

<file path=docMetadata/LabelInfo.xml><?xml version="1.0" encoding="utf-8"?>
<clbl:labelList xmlns:clbl="http://schemas.microsoft.com/office/2020/mipLabelMetadata">
  <clbl:label id="{8c994382-2be3-491b-960b-483bb5c47ee4}" enabled="0" method="" siteId="{8c994382-2be3-491b-960b-483bb5c47e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901</TotalTime>
  <Words>92</Words>
  <Application>Microsoft Office PowerPoint</Application>
  <PresentationFormat>Personalizzato</PresentationFormat>
  <Paragraphs>35</Paragraphs>
  <Slides>1</Slides>
  <Notes>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9" baseType="lpstr">
      <vt:lpstr>Arial</vt:lpstr>
      <vt:lpstr>Avenir Next LT Pro</vt:lpstr>
      <vt:lpstr>Helvetica Light</vt:lpstr>
      <vt:lpstr>Helvetica Neue</vt:lpstr>
      <vt:lpstr>Lucida Sans</vt:lpstr>
      <vt:lpstr>Trebuchet MS</vt:lpstr>
      <vt:lpstr>White</vt:lpstr>
      <vt:lpstr>Diapositiva think-cell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Tiziana Missana</dc:creator>
  <cp:lastModifiedBy>SCS Consulting</cp:lastModifiedBy>
  <cp:revision>2</cp:revision>
  <cp:lastPrinted>2021-01-12T11:00:45Z</cp:lastPrinted>
  <dcterms:modified xsi:type="dcterms:W3CDTF">2026-05-14T07:57:02Z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0x010100FC310895730FBD47917AA269694BC14E</vt:lpwstr>
  </property>
  <property fmtid="{D5CDD505-2E9C-101B-9397-08002B2CF9AE}" pid="3" name="MediaServiceImageTags">
    <vt:lpwstr/>
  </property>
</Properties>
</file>