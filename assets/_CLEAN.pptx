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ags/tag2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tags/tag3.xml" ContentType="application/vnd.openxmlformats-officedocument.presentationml.tags+xml"/>
  <Override PartName="/ppt/notesSlides/notesSlide1.xml" ContentType="application/vnd.openxmlformats-officedocument.presentationml.notesSlide+xml"/>
  <Override PartName="/ppt/tags/tag4.xml" ContentType="application/vnd.openxmlformats-officedocument.presentationml.tags+xml"/>
  <Override PartName="/ppt/notesSlides/notesSlide2.xml" ContentType="application/vnd.openxmlformats-officedocument.presentationml.notesSlide+xml"/>
  <Override PartName="/ppt/tags/tag5.xml" ContentType="application/vnd.openxmlformats-officedocument.presentationml.tags+xml"/>
  <Override PartName="/ppt/notesSlides/notesSlide3.xml" ContentType="application/vnd.openxmlformats-officedocument.presentationml.notesSlide+xml"/>
  <Override PartName="/ppt/tags/tag6.xml" ContentType="application/vnd.openxmlformats-officedocument.presentationml.tags+xml"/>
  <Override PartName="/ppt/notesSlides/notesSlide4.xml" ContentType="application/vnd.openxmlformats-officedocument.presentationml.notesSlide+xml"/>
  <Override PartName="/ppt/tags/tag7.xml" ContentType="application/vnd.openxmlformats-officedocument.presentationml.tags+xml"/>
  <Override PartName="/ppt/notesSlides/notesSlide5.xml" ContentType="application/vnd.openxmlformats-officedocument.presentationml.notesSlide+xml"/>
  <Override PartName="/ppt/tags/tag8.xml" ContentType="application/vnd.openxmlformats-officedocument.presentationml.tags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1"/>
  </p:notesMasterIdLst>
  <p:handoutMasterIdLst>
    <p:handoutMasterId r:id="rId12"/>
  </p:handoutMasterIdLst>
  <p:sldIdLst>
    <p:sldId id="548" r:id="rId5"/>
    <p:sldId id="549" r:id="rId6"/>
    <p:sldId id="550" r:id="rId7"/>
    <p:sldId id="551" r:id="rId8"/>
    <p:sldId id="552" r:id="rId9"/>
    <p:sldId id="553" r:id="rId10"/>
  </p:sldIdLst>
  <p:sldSz cx="7559675" cy="10691813"/>
  <p:notesSz cx="6858000" cy="9144000"/>
  <p:custDataLst>
    <p:tags r:id="rId13"/>
  </p:custDataLst>
  <p:defaultTextStyle>
    <a:defPPr marL="0" marR="0" indent="0" algn="l" defTabSz="673547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326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43032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68" b="1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1pPr>
    <a:lvl2pPr marL="0" marR="0" indent="168387" algn="ctr" defTabSz="43032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68" b="1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2pPr>
    <a:lvl3pPr marL="0" marR="0" indent="336774" algn="ctr" defTabSz="43032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68" b="1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3pPr>
    <a:lvl4pPr marL="0" marR="0" indent="505160" algn="ctr" defTabSz="43032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68" b="1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4pPr>
    <a:lvl5pPr marL="0" marR="0" indent="673547" algn="ctr" defTabSz="43032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68" b="1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5pPr>
    <a:lvl6pPr marL="0" marR="0" indent="841934" algn="ctr" defTabSz="43032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68" b="1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6pPr>
    <a:lvl7pPr marL="0" marR="0" indent="1010321" algn="ctr" defTabSz="43032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68" b="1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7pPr>
    <a:lvl8pPr marL="0" marR="0" indent="1178707" algn="ctr" defTabSz="43032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68" b="1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8pPr>
    <a:lvl9pPr marL="0" marR="0" indent="1347094" algn="ctr" defTabSz="43032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68" b="1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9pPr>
  </p:defaultTextStyle>
  <p:extLst>
    <p:ext uri="{EFAFB233-063F-42B5-8137-9DF3F51BA10A}">
      <p15:sldGuideLst xmlns:p15="http://schemas.microsoft.com/office/powerpoint/2012/main">
        <p15:guide id="1" orient="horz" pos="6157" userDrawn="1">
          <p15:clr>
            <a:srgbClr val="A4A3A4"/>
          </p15:clr>
        </p15:guide>
        <p15:guide id="2" pos="4694" userDrawn="1">
          <p15:clr>
            <a:srgbClr val="A4A3A4"/>
          </p15:clr>
        </p15:guide>
        <p15:guide id="3" pos="317" userDrawn="1">
          <p15:clr>
            <a:srgbClr val="A4A3A4"/>
          </p15:clr>
        </p15:guide>
        <p15:guide id="5" orient="horz" pos="6633" userDrawn="1">
          <p15:clr>
            <a:srgbClr val="A4A3A4"/>
          </p15:clr>
        </p15:guide>
        <p15:guide id="6" pos="158" userDrawn="1">
          <p15:clr>
            <a:srgbClr val="A4A3A4"/>
          </p15:clr>
        </p15:guide>
        <p15:guide id="7" orient="horz" pos="3685" userDrawn="1">
          <p15:clr>
            <a:srgbClr val="A4A3A4"/>
          </p15:clr>
        </p15:guide>
        <p15:guide id="8" orient="horz" pos="2755" userDrawn="1">
          <p15:clr>
            <a:srgbClr val="A4A3A4"/>
          </p15:clr>
        </p15:guide>
        <p15:guide id="9" orient="horz" pos="1553" userDrawn="1">
          <p15:clr>
            <a:srgbClr val="A4A3A4"/>
          </p15:clr>
        </p15:guide>
        <p15:guide id="10" orient="horz" pos="4592" userDrawn="1">
          <p15:clr>
            <a:srgbClr val="A4A3A4"/>
          </p15:clr>
        </p15:guide>
        <p15:guide id="11" pos="4604" userDrawn="1">
          <p15:clr>
            <a:srgbClr val="A4A3A4"/>
          </p15:clr>
        </p15:guide>
        <p15:guide id="12" orient="horz" pos="1281" userDrawn="1">
          <p15:clr>
            <a:srgbClr val="A4A3A4"/>
          </p15:clr>
        </p15:guide>
        <p15:guide id="13" pos="272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B54D935-99D6-23ED-1397-596D2476104D}" name="Arda Tabaku" initials="AT" userId="S::a.tabaku@scsconsulting.it::19a0a9bc-d892-4837-910d-34f7d84fd07d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avide Fornasiero" initials="DF" lastIdx="4" clrIdx="0"/>
  <p:cmAuthor id="2" name="Alberto Retucci" initials="AR" lastIdx="1" clrIdx="1">
    <p:extLst>
      <p:ext uri="{19B8F6BF-5375-455C-9EA6-DF929625EA0E}">
        <p15:presenceInfo xmlns:p15="http://schemas.microsoft.com/office/powerpoint/2012/main" userId="S::a.retucci@scsconsulting.it::0542c858-39ae-4805-9062-be661bde7002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00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3F50"/>
    <a:srgbClr val="4A5564"/>
    <a:srgbClr val="626B78"/>
    <a:srgbClr val="79818C"/>
    <a:srgbClr val="FF9900"/>
    <a:srgbClr val="CC6600"/>
    <a:srgbClr val="B5C0CC"/>
    <a:srgbClr val="8FA0B2"/>
    <a:srgbClr val="E0EAF4"/>
    <a:srgbClr val="E3E3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4946BE7-8780-460E-8EEB-5E9D5AAC40BC}" v="5" dt="2026-05-14T07:56:53.666"/>
  </p1510:revLst>
</p1510:revInfo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>
              <a:lumOff val="-13575"/>
            </a:schemeClr>
          </a:solidFill>
        </a:fill>
      </a:tcStyle>
    </a:firstCol>
    <a:lastRow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rgbClr val="3797C6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>
              <a:hueOff val="114395"/>
              <a:lumOff val="-24975"/>
            </a:schemeClr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B8B8B8"/>
              </a:solidFill>
              <a:prstDash val="solid"/>
              <a:miter lim="400000"/>
            </a:ln>
          </a:left>
          <a:right>
            <a:ln w="12700" cap="flat">
              <a:solidFill>
                <a:srgbClr val="B8B8B8"/>
              </a:solidFill>
              <a:prstDash val="solid"/>
              <a:miter lim="400000"/>
            </a:ln>
          </a:right>
          <a:top>
            <a:ln w="12700" cap="flat">
              <a:solidFill>
                <a:srgbClr val="B8B8B8"/>
              </a:solidFill>
              <a:prstDash val="solid"/>
              <a:miter lim="400000"/>
            </a:ln>
          </a:top>
          <a:bottom>
            <a:ln w="12700" cap="flat">
              <a:solidFill>
                <a:srgbClr val="B8B8B8"/>
              </a:solidFill>
              <a:prstDash val="solid"/>
              <a:miter lim="400000"/>
            </a:ln>
          </a:bottom>
          <a:insideH>
            <a:ln w="12700" cap="flat">
              <a:solidFill>
                <a:srgbClr val="B8B8B8"/>
              </a:solidFill>
              <a:prstDash val="solid"/>
              <a:miter lim="400000"/>
            </a:ln>
          </a:insideH>
          <a:insideV>
            <a:ln w="12700" cap="flat">
              <a:solidFill>
                <a:srgbClr val="B8B8B8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E1E0DA"/>
          </a:solidFill>
        </a:fill>
      </a:tcStyle>
    </a:band2H>
    <a:firstCo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606060"/>
              </a:solidFill>
              <a:prstDash val="solid"/>
              <a:miter lim="400000"/>
            </a:ln>
          </a:left>
          <a:right>
            <a:ln w="12700" cap="flat">
              <a:solidFill>
                <a:srgbClr val="606060"/>
              </a:solidFill>
              <a:prstDash val="solid"/>
              <a:miter lim="400000"/>
            </a:ln>
          </a:right>
          <a:top>
            <a:ln w="127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606060"/>
              </a:solidFill>
              <a:prstDash val="solid"/>
              <a:miter lim="400000"/>
            </a:ln>
          </a:insideH>
          <a:insideV>
            <a:ln w="12700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chemeClr val="accent3">
              <a:hueOff val="362282"/>
              <a:satOff val="31803"/>
              <a:lumOff val="-18242"/>
            </a:schemeClr>
          </a:solidFill>
        </a:fill>
      </a:tcStyle>
    </a:firstCol>
    <a:lastRow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606060"/>
              </a:solidFill>
              <a:prstDash val="solid"/>
              <a:miter lim="400000"/>
            </a:ln>
          </a:left>
          <a:right>
            <a:ln w="12700" cap="flat">
              <a:solidFill>
                <a:srgbClr val="606060"/>
              </a:solidFill>
              <a:prstDash val="solid"/>
              <a:miter lim="400000"/>
            </a:ln>
          </a:right>
          <a:top>
            <a:ln w="254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606060"/>
              </a:solidFill>
              <a:prstDash val="solid"/>
              <a:miter lim="400000"/>
            </a:ln>
          </a:insideH>
          <a:insideV>
            <a:ln w="12700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lastRow>
    <a:fir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929292"/>
              </a:solidFill>
              <a:prstDash val="solid"/>
              <a:miter lim="400000"/>
            </a:ln>
          </a:left>
          <a:right>
            <a:ln w="12700" cap="flat">
              <a:solidFill>
                <a:srgbClr val="929292"/>
              </a:solidFill>
              <a:prstDash val="solid"/>
              <a:miter lim="400000"/>
            </a:ln>
          </a:right>
          <a:top>
            <a:ln w="127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929292"/>
              </a:solidFill>
              <a:prstDash val="solid"/>
              <a:miter lim="400000"/>
            </a:ln>
          </a:insideH>
          <a:insideV>
            <a:ln w="12700" cap="flat">
              <a:solidFill>
                <a:srgbClr val="929292"/>
              </a:solidFill>
              <a:prstDash val="solid"/>
              <a:miter lim="400000"/>
            </a:ln>
          </a:insideV>
        </a:tcBdr>
        <a:fill>
          <a:solidFill>
            <a:srgbClr val="017101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Helvetica Neue Light"/>
          <a:ea typeface="Helvetica Neue Light"/>
          <a:cs typeface="Helvetica Neue Light"/>
        </a:font>
        <a:srgbClr val="000000"/>
      </a:tcTxStyle>
      <a:tcStyle>
        <a:tcBdr>
          <a:left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/>
      <a:tcStyle>
        <a:tcBdr/>
        <a:fill>
          <a:solidFill>
            <a:srgbClr val="EDEADD"/>
          </a:solidFill>
        </a:fill>
      </a:tcStyle>
    </a:band2H>
    <a:firstCo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F9BA00"/>
          </a:solidFill>
        </a:fill>
      </a:tcStyle>
    </a:firstCol>
    <a:la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lastRow>
    <a:fir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A6AAA9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DADBDA"/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A6AAA9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chemeClr val="accent6">
              <a:hueOff val="-146070"/>
              <a:satOff val="-10048"/>
              <a:lumOff val="-30626"/>
            </a:schemeClr>
          </a:solidFill>
        </a:fill>
      </a:tcStyle>
    </a:firstCol>
    <a:la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A6AAA9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C24785"/>
          </a:solidFill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A6AAA9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C24785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B5B5C1"/>
          </a:solidFill>
        </a:fill>
      </a:tcStyle>
    </a:wholeTbl>
    <a:band2H>
      <a:tcTxStyle/>
      <a:tcStyle>
        <a:tcBdr/>
        <a:fill>
          <a:solidFill>
            <a:srgbClr val="9A9AA5"/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53585F"/>
          </a:solidFill>
        </a:fill>
      </a:tcStyle>
    </a:firstCol>
    <a:la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798089"/>
          </a:solidFill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798089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Col>
    <a:lastRow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Row>
  </a:tblStyle>
  <a:tblStyle styleId="{5940675A-B579-460E-94D1-54222C63F5DA}" styleName="Nessuno stile, griglia tabel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3"/>
  </p:normalViewPr>
  <p:slideViewPr>
    <p:cSldViewPr snapToGrid="0">
      <p:cViewPr varScale="1">
        <p:scale>
          <a:sx n="73" d="100"/>
          <a:sy n="73" d="100"/>
        </p:scale>
        <p:origin x="3024" y="184"/>
      </p:cViewPr>
      <p:guideLst>
        <p:guide orient="horz" pos="6157"/>
        <p:guide pos="4694"/>
        <p:guide pos="317"/>
        <p:guide orient="horz" pos="6633"/>
        <p:guide pos="158"/>
        <p:guide orient="horz" pos="3685"/>
        <p:guide orient="horz" pos="2755"/>
        <p:guide orient="horz" pos="1553"/>
        <p:guide orient="horz" pos="4592"/>
        <p:guide pos="4604"/>
        <p:guide orient="horz" pos="1281"/>
        <p:guide pos="272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ags" Target="tags/tag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microsoft.com/office/2018/10/relationships/authors" Target="authors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commentAuthors" Target="comment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iego D'Emidio" userId="773b449c-e05e-4079-a5ab-fedc14ee643b" providerId="ADAL" clId="{3914D50A-6BA0-4127-BF99-AA0B25D2C7F4}"/>
    <pc:docChg chg="undo redo custSel addSld delSld modSld">
      <pc:chgData name="Diego D'Emidio" userId="773b449c-e05e-4079-a5ab-fedc14ee643b" providerId="ADAL" clId="{3914D50A-6BA0-4127-BF99-AA0B25D2C7F4}" dt="2026-04-21T08:23:20.630" v="9023"/>
      <pc:docMkLst>
        <pc:docMk/>
      </pc:docMkLst>
    </pc:docChg>
  </pc:docChgLst>
  <pc:docChgLst>
    <pc:chgData name="Diego D'Emidio" userId="773b449c-e05e-4079-a5ab-fedc14ee643b" providerId="ADAL" clId="{7764EC5D-A17B-4DB7-B79F-53896166DEEC}"/>
    <pc:docChg chg="undo redo custSel addSld delSld modSld">
      <pc:chgData name="Diego D'Emidio" userId="773b449c-e05e-4079-a5ab-fedc14ee643b" providerId="ADAL" clId="{7764EC5D-A17B-4DB7-B79F-53896166DEEC}" dt="2026-05-12T15:23:02.527" v="1223" actId="20577"/>
      <pc:docMkLst>
        <pc:docMk/>
      </pc:docMkLst>
      <pc:sldChg chg="addSp modSp mod">
        <pc:chgData name="Diego D'Emidio" userId="773b449c-e05e-4079-a5ab-fedc14ee643b" providerId="ADAL" clId="{7764EC5D-A17B-4DB7-B79F-53896166DEEC}" dt="2026-05-12T15:23:02.527" v="1223" actId="20577"/>
        <pc:sldMkLst>
          <pc:docMk/>
          <pc:sldMk cId="382165615" sldId="548"/>
        </pc:sldMkLst>
        <pc:spChg chg="mod">
          <ac:chgData name="Diego D'Emidio" userId="773b449c-e05e-4079-a5ab-fedc14ee643b" providerId="ADAL" clId="{7764EC5D-A17B-4DB7-B79F-53896166DEEC}" dt="2026-05-11T13:54:24.769" v="1122" actId="20577"/>
          <ac:spMkLst>
            <pc:docMk/>
            <pc:sldMk cId="382165615" sldId="548"/>
            <ac:spMk id="24" creationId="{824FBB07-EDF5-3609-3A15-753AC09A8217}"/>
          </ac:spMkLst>
        </pc:spChg>
        <pc:spChg chg="mod">
          <ac:chgData name="Diego D'Emidio" userId="773b449c-e05e-4079-a5ab-fedc14ee643b" providerId="ADAL" clId="{7764EC5D-A17B-4DB7-B79F-53896166DEEC}" dt="2026-05-08T15:09:30.668" v="969"/>
          <ac:spMkLst>
            <pc:docMk/>
            <pc:sldMk cId="382165615" sldId="548"/>
            <ac:spMk id="32" creationId="{835E229F-F094-6112-188C-5DD8BB170DE4}"/>
          </ac:spMkLst>
        </pc:spChg>
        <pc:spChg chg="mod">
          <ac:chgData name="Diego D'Emidio" userId="773b449c-e05e-4079-a5ab-fedc14ee643b" providerId="ADAL" clId="{7764EC5D-A17B-4DB7-B79F-53896166DEEC}" dt="2026-05-08T15:09:30.668" v="969"/>
          <ac:spMkLst>
            <pc:docMk/>
            <pc:sldMk cId="382165615" sldId="548"/>
            <ac:spMk id="35" creationId="{C431DC9B-DF52-41C6-1B6B-D12A46F8BC89}"/>
          </ac:spMkLst>
        </pc:spChg>
        <pc:spChg chg="mod">
          <ac:chgData name="Diego D'Emidio" userId="773b449c-e05e-4079-a5ab-fedc14ee643b" providerId="ADAL" clId="{7764EC5D-A17B-4DB7-B79F-53896166DEEC}" dt="2026-05-08T15:09:30.668" v="969"/>
          <ac:spMkLst>
            <pc:docMk/>
            <pc:sldMk cId="382165615" sldId="548"/>
            <ac:spMk id="36" creationId="{0C0EE83D-8D94-A272-05C2-DECEEC600485}"/>
          </ac:spMkLst>
        </pc:spChg>
        <pc:grpChg chg="mod">
          <ac:chgData name="Diego D'Emidio" userId="773b449c-e05e-4079-a5ab-fedc14ee643b" providerId="ADAL" clId="{7764EC5D-A17B-4DB7-B79F-53896166DEEC}" dt="2026-05-08T15:08:55.543" v="944" actId="1035"/>
          <ac:grpSpMkLst>
            <pc:docMk/>
            <pc:sldMk cId="382165615" sldId="548"/>
            <ac:grpSpMk id="13" creationId="{8B6A4B4D-612F-C0FB-B0D6-C9EF074EDDB2}"/>
          </ac:grpSpMkLst>
        </pc:grpChg>
        <pc:grpChg chg="add mod">
          <ac:chgData name="Diego D'Emidio" userId="773b449c-e05e-4079-a5ab-fedc14ee643b" providerId="ADAL" clId="{7764EC5D-A17B-4DB7-B79F-53896166DEEC}" dt="2026-05-12T15:22:45.680" v="1221" actId="1036"/>
          <ac:grpSpMkLst>
            <pc:docMk/>
            <pc:sldMk cId="382165615" sldId="548"/>
            <ac:grpSpMk id="31" creationId="{FF9E1C79-256C-251D-24D6-833C2E3BA58E}"/>
          </ac:grpSpMkLst>
        </pc:grpChg>
        <pc:grpChg chg="mod">
          <ac:chgData name="Diego D'Emidio" userId="773b449c-e05e-4079-a5ab-fedc14ee643b" providerId="ADAL" clId="{7764EC5D-A17B-4DB7-B79F-53896166DEEC}" dt="2026-05-08T15:09:30.668" v="969"/>
          <ac:grpSpMkLst>
            <pc:docMk/>
            <pc:sldMk cId="382165615" sldId="548"/>
            <ac:grpSpMk id="33" creationId="{E5CB358B-BEC0-2590-4467-C02B56BF2BBF}"/>
          </ac:grpSpMkLst>
        </pc:grpChg>
        <pc:graphicFrameChg chg="mod modGraphic">
          <ac:chgData name="Diego D'Emidio" userId="773b449c-e05e-4079-a5ab-fedc14ee643b" providerId="ADAL" clId="{7764EC5D-A17B-4DB7-B79F-53896166DEEC}" dt="2026-05-12T15:23:02.527" v="1223" actId="20577"/>
          <ac:graphicFrameMkLst>
            <pc:docMk/>
            <pc:sldMk cId="382165615" sldId="548"/>
            <ac:graphicFrameMk id="4" creationId="{6C0A65BC-912B-437C-401E-B9EC4E0A583A}"/>
          </ac:graphicFrameMkLst>
        </pc:graphicFrameChg>
        <pc:graphicFrameChg chg="mod modGraphic">
          <ac:chgData name="Diego D'Emidio" userId="773b449c-e05e-4079-a5ab-fedc14ee643b" providerId="ADAL" clId="{7764EC5D-A17B-4DB7-B79F-53896166DEEC}" dt="2026-05-11T13:59:35.173" v="1128" actId="20577"/>
          <ac:graphicFrameMkLst>
            <pc:docMk/>
            <pc:sldMk cId="382165615" sldId="548"/>
            <ac:graphicFrameMk id="22" creationId="{13B5C450-3FC6-418E-2498-FB70A0FA1B84}"/>
          </ac:graphicFrameMkLst>
        </pc:graphicFrameChg>
        <pc:graphicFrameChg chg="add mod">
          <ac:chgData name="Diego D'Emidio" userId="773b449c-e05e-4079-a5ab-fedc14ee643b" providerId="ADAL" clId="{7764EC5D-A17B-4DB7-B79F-53896166DEEC}" dt="2026-05-12T15:22:45.680" v="1221" actId="1036"/>
          <ac:graphicFrameMkLst>
            <pc:docMk/>
            <pc:sldMk cId="382165615" sldId="548"/>
            <ac:graphicFrameMk id="30" creationId="{0A580058-52E7-0754-F3A0-4D5354C13A6A}"/>
          </ac:graphicFrameMkLst>
        </pc:graphicFrameChg>
        <pc:picChg chg="add mod">
          <ac:chgData name="Diego D'Emidio" userId="773b449c-e05e-4079-a5ab-fedc14ee643b" providerId="ADAL" clId="{7764EC5D-A17B-4DB7-B79F-53896166DEEC}" dt="2026-05-11T14:00:05.107" v="1165" actId="1035"/>
          <ac:picMkLst>
            <pc:docMk/>
            <pc:sldMk cId="382165615" sldId="548"/>
            <ac:picMk id="18" creationId="{73B06E1E-3CFB-BFE9-D0EE-548CE4CFE8D3}"/>
          </ac:picMkLst>
        </pc:picChg>
      </pc:sldChg>
      <pc:sldChg chg="delSp modSp mod">
        <pc:chgData name="Diego D'Emidio" userId="773b449c-e05e-4079-a5ab-fedc14ee643b" providerId="ADAL" clId="{7764EC5D-A17B-4DB7-B79F-53896166DEEC}" dt="2026-05-11T14:01:39.351" v="1192" actId="478"/>
        <pc:sldMkLst>
          <pc:docMk/>
          <pc:sldMk cId="4212154841" sldId="549"/>
        </pc:sldMkLst>
        <pc:spChg chg="mod">
          <ac:chgData name="Diego D'Emidio" userId="773b449c-e05e-4079-a5ab-fedc14ee643b" providerId="ADAL" clId="{7764EC5D-A17B-4DB7-B79F-53896166DEEC}" dt="2026-05-11T13:53:41.314" v="1040" actId="20577"/>
          <ac:spMkLst>
            <pc:docMk/>
            <pc:sldMk cId="4212154841" sldId="549"/>
            <ac:spMk id="24" creationId="{BB600568-56B0-6973-CF31-6D337E373C21}"/>
          </ac:spMkLst>
        </pc:spChg>
        <pc:grpChg chg="mod">
          <ac:chgData name="Diego D'Emidio" userId="773b449c-e05e-4079-a5ab-fedc14ee643b" providerId="ADAL" clId="{7764EC5D-A17B-4DB7-B79F-53896166DEEC}" dt="2026-05-11T13:54:14.996" v="1120" actId="1036"/>
          <ac:grpSpMkLst>
            <pc:docMk/>
            <pc:sldMk cId="4212154841" sldId="549"/>
            <ac:grpSpMk id="9" creationId="{D6C5861A-0D2D-98F8-3151-2A5A0962C230}"/>
          </ac:grpSpMkLst>
        </pc:grpChg>
        <pc:graphicFrameChg chg="mod modGraphic">
          <ac:chgData name="Diego D'Emidio" userId="773b449c-e05e-4079-a5ab-fedc14ee643b" providerId="ADAL" clId="{7764EC5D-A17B-4DB7-B79F-53896166DEEC}" dt="2026-05-11T14:01:35.178" v="1168"/>
          <ac:graphicFrameMkLst>
            <pc:docMk/>
            <pc:sldMk cId="4212154841" sldId="549"/>
            <ac:graphicFrameMk id="14" creationId="{8954379A-5205-C30B-6408-873786AAAFDC}"/>
          </ac:graphicFrameMkLst>
        </pc:graphicFrameChg>
      </pc:sldChg>
    </pc:docChg>
  </pc:docChgLst>
  <pc:docChgLst>
    <pc:chgData name="Alessia Colasurdo" userId="c906133f-b9c9-4aeb-88a3-0f8b9e58b74e" providerId="ADAL" clId="{85CF8E4C-2300-4C42-904B-4B4C1A3DB74C}"/>
    <pc:docChg chg="undo custSel addSld delSld modSld sldOrd">
      <pc:chgData name="Alessia Colasurdo" userId="c906133f-b9c9-4aeb-88a3-0f8b9e58b74e" providerId="ADAL" clId="{85CF8E4C-2300-4C42-904B-4B4C1A3DB74C}" dt="2026-05-14T07:57:01.512" v="2171" actId="2696"/>
      <pc:docMkLst>
        <pc:docMk/>
      </pc:docMkLst>
      <pc:sldChg chg="addSp delSp modSp add mod ord">
        <pc:chgData name="Alessia Colasurdo" userId="c906133f-b9c9-4aeb-88a3-0f8b9e58b74e" providerId="ADAL" clId="{85CF8E4C-2300-4C42-904B-4B4C1A3DB74C}" dt="2026-05-14T07:56:59.177" v="2170" actId="1035"/>
        <pc:sldMkLst>
          <pc:docMk/>
          <pc:sldMk cId="382165615" sldId="548"/>
        </pc:sldMkLst>
        <pc:spChg chg="mod">
          <ac:chgData name="Alessia Colasurdo" userId="c906133f-b9c9-4aeb-88a3-0f8b9e58b74e" providerId="ADAL" clId="{85CF8E4C-2300-4C42-904B-4B4C1A3DB74C}" dt="2026-05-14T07:56:53.666" v="2074"/>
          <ac:spMkLst>
            <pc:docMk/>
            <pc:sldMk cId="382165615" sldId="548"/>
            <ac:spMk id="26" creationId="{6A1118E6-2FBD-D01E-A4BE-0123300E7420}"/>
          </ac:spMkLst>
        </pc:spChg>
        <pc:spChg chg="mod">
          <ac:chgData name="Alessia Colasurdo" userId="c906133f-b9c9-4aeb-88a3-0f8b9e58b74e" providerId="ADAL" clId="{85CF8E4C-2300-4C42-904B-4B4C1A3DB74C}" dt="2026-05-14T07:56:53.666" v="2074"/>
          <ac:spMkLst>
            <pc:docMk/>
            <pc:sldMk cId="382165615" sldId="548"/>
            <ac:spMk id="29" creationId="{067D34FC-42C4-DB70-F323-B83EB229129F}"/>
          </ac:spMkLst>
        </pc:spChg>
        <pc:grpChg chg="add mod">
          <ac:chgData name="Alessia Colasurdo" userId="c906133f-b9c9-4aeb-88a3-0f8b9e58b74e" providerId="ADAL" clId="{85CF8E4C-2300-4C42-904B-4B4C1A3DB74C}" dt="2026-05-14T07:56:59.177" v="2170" actId="1035"/>
          <ac:grpSpMkLst>
            <pc:docMk/>
            <pc:sldMk cId="382165615" sldId="548"/>
            <ac:grpSpMk id="23" creationId="{D6C5861A-0D2D-98F8-3151-2A5A0962C230}"/>
          </ac:grpSpMkLst>
        </pc:grpChg>
        <pc:grpChg chg="mod">
          <ac:chgData name="Alessia Colasurdo" userId="c906133f-b9c9-4aeb-88a3-0f8b9e58b74e" providerId="ADAL" clId="{85CF8E4C-2300-4C42-904B-4B4C1A3DB74C}" dt="2026-05-14T07:56:53.666" v="2074"/>
          <ac:grpSpMkLst>
            <pc:docMk/>
            <pc:sldMk cId="382165615" sldId="548"/>
            <ac:grpSpMk id="27" creationId="{B612103E-AC64-B8BF-6251-53517AB910B5}"/>
          </ac:grpSpMkLst>
        </pc:grpChg>
        <pc:grpChg chg="mod">
          <ac:chgData name="Alessia Colasurdo" userId="c906133f-b9c9-4aeb-88a3-0f8b9e58b74e" providerId="ADAL" clId="{85CF8E4C-2300-4C42-904B-4B4C1A3DB74C}" dt="2026-05-14T07:56:41.413" v="2072" actId="1035"/>
          <ac:grpSpMkLst>
            <pc:docMk/>
            <pc:sldMk cId="382165615" sldId="548"/>
            <ac:grpSpMk id="31" creationId="{FF9E1C79-256C-251D-24D6-833C2E3BA58E}"/>
          </ac:grpSpMkLst>
        </pc:grpChg>
        <pc:graphicFrameChg chg="mod modGraphic">
          <ac:chgData name="Alessia Colasurdo" userId="c906133f-b9c9-4aeb-88a3-0f8b9e58b74e" providerId="ADAL" clId="{85CF8E4C-2300-4C42-904B-4B4C1A3DB74C}" dt="2026-05-14T07:55:55.107" v="1941"/>
          <ac:graphicFrameMkLst>
            <pc:docMk/>
            <pc:sldMk cId="382165615" sldId="548"/>
            <ac:graphicFrameMk id="4" creationId="{6C0A65BC-912B-437C-401E-B9EC4E0A583A}"/>
          </ac:graphicFrameMkLst>
        </pc:graphicFrameChg>
        <pc:graphicFrameChg chg="mod modGraphic">
          <ac:chgData name="Alessia Colasurdo" userId="c906133f-b9c9-4aeb-88a3-0f8b9e58b74e" providerId="ADAL" clId="{85CF8E4C-2300-4C42-904B-4B4C1A3DB74C}" dt="2026-05-14T07:56:31.239" v="2027" actId="179"/>
          <ac:graphicFrameMkLst>
            <pc:docMk/>
            <pc:sldMk cId="382165615" sldId="548"/>
            <ac:graphicFrameMk id="22" creationId="{13B5C450-3FC6-418E-2498-FB70A0FA1B84}"/>
          </ac:graphicFrameMkLst>
        </pc:graphicFrameChg>
        <pc:graphicFrameChg chg="mod modGraphic">
          <ac:chgData name="Alessia Colasurdo" userId="c906133f-b9c9-4aeb-88a3-0f8b9e58b74e" providerId="ADAL" clId="{85CF8E4C-2300-4C42-904B-4B4C1A3DB74C}" dt="2026-05-14T07:56:41.413" v="2072" actId="1035"/>
          <ac:graphicFrameMkLst>
            <pc:docMk/>
            <pc:sldMk cId="382165615" sldId="548"/>
            <ac:graphicFrameMk id="30" creationId="{0A580058-52E7-0754-F3A0-4D5354C13A6A}"/>
          </ac:graphicFrameMkLst>
        </pc:graphicFrameChg>
        <pc:graphicFrameChg chg="add mod">
          <ac:chgData name="Alessia Colasurdo" userId="c906133f-b9c9-4aeb-88a3-0f8b9e58b74e" providerId="ADAL" clId="{85CF8E4C-2300-4C42-904B-4B4C1A3DB74C}" dt="2026-05-14T07:56:59.177" v="2170" actId="1035"/>
          <ac:graphicFrameMkLst>
            <pc:docMk/>
            <pc:sldMk cId="382165615" sldId="548"/>
            <ac:graphicFrameMk id="37" creationId="{8954379A-5205-C30B-6408-873786AAAFDC}"/>
          </ac:graphicFrameMkLst>
        </pc:graphicFrameChg>
        <pc:picChg chg="mod">
          <ac:chgData name="Alessia Colasurdo" userId="c906133f-b9c9-4aeb-88a3-0f8b9e58b74e" providerId="ADAL" clId="{85CF8E4C-2300-4C42-904B-4B4C1A3DB74C}" dt="2026-05-14T07:56:34.932" v="2050" actId="1036"/>
          <ac:picMkLst>
            <pc:docMk/>
            <pc:sldMk cId="382165615" sldId="548"/>
            <ac:picMk id="18" creationId="{73B06E1E-3CFB-BFE9-D0EE-548CE4CFE8D3}"/>
          </ac:picMkLst>
        </pc:picChg>
        <pc:picChg chg="add mod">
          <ac:chgData name="Alessia Colasurdo" userId="c906133f-b9c9-4aeb-88a3-0f8b9e58b74e" providerId="ADAL" clId="{85CF8E4C-2300-4C42-904B-4B4C1A3DB74C}" dt="2026-05-14T07:56:59.177" v="2170" actId="1035"/>
          <ac:picMkLst>
            <pc:docMk/>
            <pc:sldMk cId="382165615" sldId="548"/>
            <ac:picMk id="21" creationId="{21134A81-4A3A-5614-DEA3-36D9B518E7D9}"/>
          </ac:picMkLst>
        </pc:picChg>
        <pc:picChg chg="mod">
          <ac:chgData name="Alessia Colasurdo" userId="c906133f-b9c9-4aeb-88a3-0f8b9e58b74e" providerId="ADAL" clId="{85CF8E4C-2300-4C42-904B-4B4C1A3DB74C}" dt="2026-05-14T07:56:53.666" v="2074"/>
          <ac:picMkLst>
            <pc:docMk/>
            <pc:sldMk cId="382165615" sldId="548"/>
            <ac:picMk id="28" creationId="{D770C56B-83E8-3BD9-DBDF-7A3563BACB4B}"/>
          </ac:picMkLst>
        </pc:picChg>
      </pc:sldChg>
      <pc:sldChg chg="addSp delSp modSp add del mod">
        <pc:chgData name="Alessia Colasurdo" userId="c906133f-b9c9-4aeb-88a3-0f8b9e58b74e" providerId="ADAL" clId="{85CF8E4C-2300-4C42-904B-4B4C1A3DB74C}" dt="2026-05-14T07:57:01.512" v="2171" actId="2696"/>
        <pc:sldMkLst>
          <pc:docMk/>
          <pc:sldMk cId="4212154841" sldId="549"/>
        </pc:sldMkLst>
        <pc:spChg chg="mod">
          <ac:chgData name="Alessia Colasurdo" userId="c906133f-b9c9-4aeb-88a3-0f8b9e58b74e" providerId="ADAL" clId="{85CF8E4C-2300-4C42-904B-4B4C1A3DB74C}" dt="2026-05-08T15:26:09.875" v="1724"/>
          <ac:spMkLst>
            <pc:docMk/>
            <pc:sldMk cId="4212154841" sldId="549"/>
            <ac:spMk id="10" creationId="{6A1118E6-2FBD-D01E-A4BE-0123300E7420}"/>
          </ac:spMkLst>
        </pc:spChg>
        <pc:spChg chg="mod">
          <ac:chgData name="Alessia Colasurdo" userId="c906133f-b9c9-4aeb-88a3-0f8b9e58b74e" providerId="ADAL" clId="{85CF8E4C-2300-4C42-904B-4B4C1A3DB74C}" dt="2026-05-08T15:26:09.875" v="1724"/>
          <ac:spMkLst>
            <pc:docMk/>
            <pc:sldMk cId="4212154841" sldId="549"/>
            <ac:spMk id="13" creationId="{067D34FC-42C4-DB70-F323-B83EB229129F}"/>
          </ac:spMkLst>
        </pc:spChg>
        <pc:grpChg chg="add del mod">
          <ac:chgData name="Alessia Colasurdo" userId="c906133f-b9c9-4aeb-88a3-0f8b9e58b74e" providerId="ADAL" clId="{85CF8E4C-2300-4C42-904B-4B4C1A3DB74C}" dt="2026-05-14T07:56:52.261" v="2073" actId="21"/>
          <ac:grpSpMkLst>
            <pc:docMk/>
            <pc:sldMk cId="4212154841" sldId="549"/>
            <ac:grpSpMk id="9" creationId="{D6C5861A-0D2D-98F8-3151-2A5A0962C230}"/>
          </ac:grpSpMkLst>
        </pc:grpChg>
        <pc:grpChg chg="mod">
          <ac:chgData name="Alessia Colasurdo" userId="c906133f-b9c9-4aeb-88a3-0f8b9e58b74e" providerId="ADAL" clId="{85CF8E4C-2300-4C42-904B-4B4C1A3DB74C}" dt="2026-05-08T15:26:09.875" v="1724"/>
          <ac:grpSpMkLst>
            <pc:docMk/>
            <pc:sldMk cId="4212154841" sldId="549"/>
            <ac:grpSpMk id="11" creationId="{B612103E-AC64-B8BF-6251-53517AB910B5}"/>
          </ac:grpSpMkLst>
        </pc:grpChg>
        <pc:graphicFrameChg chg="add del mod modGraphic">
          <ac:chgData name="Alessia Colasurdo" userId="c906133f-b9c9-4aeb-88a3-0f8b9e58b74e" providerId="ADAL" clId="{85CF8E4C-2300-4C42-904B-4B4C1A3DB74C}" dt="2026-05-14T07:56:52.261" v="2073" actId="21"/>
          <ac:graphicFrameMkLst>
            <pc:docMk/>
            <pc:sldMk cId="4212154841" sldId="549"/>
            <ac:graphicFrameMk id="14" creationId="{8954379A-5205-C30B-6408-873786AAAFDC}"/>
          </ac:graphicFrameMkLst>
        </pc:graphicFrameChg>
        <pc:picChg chg="add del mod">
          <ac:chgData name="Alessia Colasurdo" userId="c906133f-b9c9-4aeb-88a3-0f8b9e58b74e" providerId="ADAL" clId="{85CF8E4C-2300-4C42-904B-4B4C1A3DB74C}" dt="2026-05-14T07:56:52.261" v="2073" actId="21"/>
          <ac:picMkLst>
            <pc:docMk/>
            <pc:sldMk cId="4212154841" sldId="549"/>
            <ac:picMk id="7" creationId="{21134A81-4A3A-5614-DEA3-36D9B518E7D9}"/>
          </ac:picMkLst>
        </pc:picChg>
        <pc:picChg chg="mod">
          <ac:chgData name="Alessia Colasurdo" userId="c906133f-b9c9-4aeb-88a3-0f8b9e58b74e" providerId="ADAL" clId="{85CF8E4C-2300-4C42-904B-4B4C1A3DB74C}" dt="2026-05-08T15:26:09.875" v="1724"/>
          <ac:picMkLst>
            <pc:docMk/>
            <pc:sldMk cId="4212154841" sldId="549"/>
            <ac:picMk id="12" creationId="{D770C56B-83E8-3BD9-DBDF-7A3563BACB4B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>
            <a:extLst>
              <a:ext uri="{FF2B5EF4-FFF2-40B4-BE49-F238E27FC236}">
                <a16:creationId xmlns:a16="http://schemas.microsoft.com/office/drawing/2014/main" id="{E0FC6E91-8446-4FB7-8DF4-8E15E9C8272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A569D60E-6B2E-4F66-9617-433F5B1CEA1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3A7C53-4B14-4370-93A3-4F99C98C539A}" type="datetimeFigureOut">
              <a:rPr lang="it-IT" smtClean="0"/>
              <a:t>16/05/26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087B3E3A-6145-4A7A-89F5-1B690BE7EB1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19C02D1F-8416-4B2B-8987-0EC33B0B5C0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0ED07A-0A63-4516-BB94-6BD8A7A3173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0657875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Shape 116"/>
          <p:cNvSpPr>
            <a:spLocks noGrp="1" noRot="1" noChangeAspect="1"/>
          </p:cNvSpPr>
          <p:nvPr>
            <p:ph type="sldImg"/>
          </p:nvPr>
        </p:nvSpPr>
        <p:spPr>
          <a:xfrm>
            <a:off x="2216150" y="685800"/>
            <a:ext cx="24257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17" name="Shape 117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defTabSz="336774" latinLnBrk="0">
      <a:lnSpc>
        <a:spcPct val="117999"/>
      </a:lnSpc>
      <a:defRPr sz="1621">
        <a:latin typeface="Helvetica Neue"/>
        <a:ea typeface="Helvetica Neue"/>
        <a:cs typeface="Helvetica Neue"/>
        <a:sym typeface="Helvetica Neue"/>
      </a:defRPr>
    </a:lvl1pPr>
    <a:lvl2pPr indent="168387" defTabSz="336774" latinLnBrk="0">
      <a:lnSpc>
        <a:spcPct val="117999"/>
      </a:lnSpc>
      <a:defRPr sz="1621">
        <a:latin typeface="Helvetica Neue"/>
        <a:ea typeface="Helvetica Neue"/>
        <a:cs typeface="Helvetica Neue"/>
        <a:sym typeface="Helvetica Neue"/>
      </a:defRPr>
    </a:lvl2pPr>
    <a:lvl3pPr indent="336774" defTabSz="336774" latinLnBrk="0">
      <a:lnSpc>
        <a:spcPct val="117999"/>
      </a:lnSpc>
      <a:defRPr sz="1621">
        <a:latin typeface="Helvetica Neue"/>
        <a:ea typeface="Helvetica Neue"/>
        <a:cs typeface="Helvetica Neue"/>
        <a:sym typeface="Helvetica Neue"/>
      </a:defRPr>
    </a:lvl3pPr>
    <a:lvl4pPr indent="505160" defTabSz="336774" latinLnBrk="0">
      <a:lnSpc>
        <a:spcPct val="117999"/>
      </a:lnSpc>
      <a:defRPr sz="1621">
        <a:latin typeface="Helvetica Neue"/>
        <a:ea typeface="Helvetica Neue"/>
        <a:cs typeface="Helvetica Neue"/>
        <a:sym typeface="Helvetica Neue"/>
      </a:defRPr>
    </a:lvl4pPr>
    <a:lvl5pPr indent="673547" defTabSz="336774" latinLnBrk="0">
      <a:lnSpc>
        <a:spcPct val="117999"/>
      </a:lnSpc>
      <a:defRPr sz="1621">
        <a:latin typeface="Helvetica Neue"/>
        <a:ea typeface="Helvetica Neue"/>
        <a:cs typeface="Helvetica Neue"/>
        <a:sym typeface="Helvetica Neue"/>
      </a:defRPr>
    </a:lvl5pPr>
    <a:lvl6pPr indent="841934" defTabSz="336774" latinLnBrk="0">
      <a:lnSpc>
        <a:spcPct val="117999"/>
      </a:lnSpc>
      <a:defRPr sz="1621">
        <a:latin typeface="Helvetica Neue"/>
        <a:ea typeface="Helvetica Neue"/>
        <a:cs typeface="Helvetica Neue"/>
        <a:sym typeface="Helvetica Neue"/>
      </a:defRPr>
    </a:lvl6pPr>
    <a:lvl7pPr indent="1010321" defTabSz="336774" latinLnBrk="0">
      <a:lnSpc>
        <a:spcPct val="117999"/>
      </a:lnSpc>
      <a:defRPr sz="1621">
        <a:latin typeface="Helvetica Neue"/>
        <a:ea typeface="Helvetica Neue"/>
        <a:cs typeface="Helvetica Neue"/>
        <a:sym typeface="Helvetica Neue"/>
      </a:defRPr>
    </a:lvl7pPr>
    <a:lvl8pPr indent="1178707" defTabSz="336774" latinLnBrk="0">
      <a:lnSpc>
        <a:spcPct val="117999"/>
      </a:lnSpc>
      <a:defRPr sz="1621">
        <a:latin typeface="Helvetica Neue"/>
        <a:ea typeface="Helvetica Neue"/>
        <a:cs typeface="Helvetica Neue"/>
        <a:sym typeface="Helvetica Neue"/>
      </a:defRPr>
    </a:lvl8pPr>
    <a:lvl9pPr indent="1347094" defTabSz="336774" latinLnBrk="0">
      <a:lnSpc>
        <a:spcPct val="117999"/>
      </a:lnSpc>
      <a:defRPr sz="1621">
        <a:latin typeface="Helvetica Neue"/>
        <a:ea typeface="Helvetica Neue"/>
        <a:cs typeface="Helvetica Neue"/>
        <a:sym typeface="Helvetica Neue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D8FFB-2D69-A96A-2678-8017EC6E7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note 1">
            <a:extLst>
              <a:ext uri="{FF2B5EF4-FFF2-40B4-BE49-F238E27FC236}">
                <a16:creationId xmlns:a16="http://schemas.microsoft.com/office/drawing/2014/main" id="{2E4E95B0-EDE4-3810-3C1F-EF8C3895E6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282131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5C7CBB-7EF0-F642-B404-84532A7DC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note 1">
            <a:extLst>
              <a:ext uri="{FF2B5EF4-FFF2-40B4-BE49-F238E27FC236}">
                <a16:creationId xmlns:a16="http://schemas.microsoft.com/office/drawing/2014/main" id="{6DA8C3FB-B9B3-A8AE-D704-CA37C71E36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128067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D593B4-F014-CCDE-C00C-E30621AD19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note 1">
            <a:extLst>
              <a:ext uri="{FF2B5EF4-FFF2-40B4-BE49-F238E27FC236}">
                <a16:creationId xmlns:a16="http://schemas.microsoft.com/office/drawing/2014/main" id="{07C76389-3244-5342-22C2-9C233EEA2E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828316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1E359-3F98-EB73-0AE6-8C3ECC219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note 1">
            <a:extLst>
              <a:ext uri="{FF2B5EF4-FFF2-40B4-BE49-F238E27FC236}">
                <a16:creationId xmlns:a16="http://schemas.microsoft.com/office/drawing/2014/main" id="{863478BC-F168-5449-3947-A13CE04190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003610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37C252-D32D-ED20-2D4D-9DABFA862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note 1">
            <a:extLst>
              <a:ext uri="{FF2B5EF4-FFF2-40B4-BE49-F238E27FC236}">
                <a16:creationId xmlns:a16="http://schemas.microsoft.com/office/drawing/2014/main" id="{B79C113F-F9DB-514F-D0DB-4E4AC95B49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5010931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AA943-9B00-4DF0-23AC-76A6018E8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note 1">
            <a:extLst>
              <a:ext uri="{FF2B5EF4-FFF2-40B4-BE49-F238E27FC236}">
                <a16:creationId xmlns:a16="http://schemas.microsoft.com/office/drawing/2014/main" id="{E492FEBD-860B-B64E-720B-9C2B9F7C7B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453962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519728" y="9909729"/>
            <a:ext cx="1700927" cy="569240"/>
          </a:xfrm>
          <a:prstGeom prst="rect">
            <a:avLst/>
          </a:prstGeom>
        </p:spPr>
        <p:txBody>
          <a:bodyPr/>
          <a:lstStyle/>
          <a:p>
            <a:pPr defTabSz="377970"/>
            <a:fld id="{9EC6AEF2-8105-4FB1-A460-F4C75FF51A88}" type="datetimeFigureOut">
              <a:rPr lang="en-US" smtClean="0">
                <a:solidFill>
                  <a:srgbClr val="262626"/>
                </a:solidFill>
              </a:rPr>
              <a:pPr defTabSz="377970"/>
              <a:t>5/16/26</a:t>
            </a:fld>
            <a:endParaRPr lang="en-US">
              <a:solidFill>
                <a:srgbClr val="262626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2504143" y="9909729"/>
            <a:ext cx="2551390" cy="569240"/>
          </a:xfrm>
          <a:prstGeom prst="rect">
            <a:avLst/>
          </a:prstGeom>
        </p:spPr>
        <p:txBody>
          <a:bodyPr/>
          <a:lstStyle/>
          <a:p>
            <a:pPr defTabSz="377970"/>
            <a:endParaRPr lang="en-US">
              <a:solidFill>
                <a:srgbClr val="262626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5339021" y="9909729"/>
            <a:ext cx="1700927" cy="569240"/>
          </a:xfrm>
          <a:prstGeom prst="rect">
            <a:avLst/>
          </a:prstGeom>
        </p:spPr>
        <p:txBody>
          <a:bodyPr/>
          <a:lstStyle/>
          <a:p>
            <a:pPr defTabSz="377970"/>
            <a:fld id="{E62E98ED-58DD-449F-8222-0E7D3FB3F5FC}" type="slidenum">
              <a:rPr lang="en-US" smtClean="0">
                <a:solidFill>
                  <a:srgbClr val="262626"/>
                </a:solidFill>
              </a:rPr>
              <a:pPr defTabSz="377970"/>
              <a:t>‹N›</a:t>
            </a:fld>
            <a:endParaRPr lang="en-US">
              <a:solidFill>
                <a:srgbClr val="262626"/>
              </a:solidFill>
            </a:endParaRPr>
          </a:p>
        </p:txBody>
      </p:sp>
      <p:sp>
        <p:nvSpPr>
          <p:cNvPr id="5" name="Rectangle 4"/>
          <p:cNvSpPr/>
          <p:nvPr userDrawn="1"/>
        </p:nvSpPr>
        <p:spPr>
          <a:xfrm>
            <a:off x="0" y="1"/>
            <a:ext cx="7559675" cy="1069181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77970"/>
            <a:endParaRPr lang="en-US" sz="1488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8709532"/>
      </p:ext>
    </p:extLst>
  </p:cSld>
  <p:clrMapOvr>
    <a:masterClrMapping/>
  </p:clrMapOvr>
  <p:transition spd="slow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4349157"/>
      </p:ext>
    </p:extLst>
  </p:cSld>
  <p:clrMapOvr>
    <a:masterClrMapping/>
  </p:clrMapOvr>
  <p:transition spd="med"/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egnaposto numero diapositiva 1">
            <a:extLst>
              <a:ext uri="{FF2B5EF4-FFF2-40B4-BE49-F238E27FC236}">
                <a16:creationId xmlns:a16="http://schemas.microsoft.com/office/drawing/2014/main" id="{822C01B0-06B9-467C-9379-08C2EEB3F45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3626644" y="10141458"/>
            <a:ext cx="306387" cy="153987"/>
          </a:xfrm>
          <a:prstGeom prst="rect">
            <a:avLst/>
          </a:prstGeom>
        </p:spPr>
        <p:txBody>
          <a:bodyPr/>
          <a:lstStyle/>
          <a:p>
            <a:fld id="{A6322AF5-BA1D-3C4E-B21A-B0AA980A5261}" type="slidenum">
              <a:rPr lang="nb-NO" sz="763">
                <a:solidFill>
                  <a:srgbClr val="004D80"/>
                </a:solidFill>
                <a:latin typeface="Lucida Sans" panose="020B0602030504020204" pitchFamily="34" charset="77"/>
                <a:ea typeface="Lucida Sans Unicode" charset="0"/>
                <a:cs typeface="Lucida Sans Unicode" charset="0"/>
              </a:rPr>
              <a:pPr/>
              <a:t>‹N›</a:t>
            </a:fld>
            <a:endParaRPr lang="nb-NO" sz="763">
              <a:solidFill>
                <a:srgbClr val="004D80"/>
              </a:solidFill>
              <a:latin typeface="Lucida Sans" panose="020B0602030504020204" pitchFamily="34" charset="77"/>
              <a:ea typeface="Lucida Sans Unicode" charset="0"/>
              <a:cs typeface="Lucida Sans Unicode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2622798"/>
      </p:ext>
    </p:extLst>
  </p:cSld>
  <p:clrMapOvr>
    <a:masterClrMapping/>
  </p:clrMapOvr>
  <p:transition spd="med"/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za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63315370"/>
      </p:ext>
    </p:extLst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0233429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.bin"/><Relationship Id="rId3" Type="http://schemas.openxmlformats.org/officeDocument/2006/relationships/slideLayout" Target="../slideLayouts/slideLayout3.xml"/><Relationship Id="rId7" Type="http://schemas.openxmlformats.org/officeDocument/2006/relationships/tags" Target="../tags/tag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ggetto 1" hidden="1">
            <a:extLst>
              <a:ext uri="{FF2B5EF4-FFF2-40B4-BE49-F238E27FC236}">
                <a16:creationId xmlns:a16="http://schemas.microsoft.com/office/drawing/2014/main" id="{2A9B99D2-512E-4A71-ADD4-60B18D5652C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7"/>
            </p:custDataLst>
            <p:extLst>
              <p:ext uri="{D42A27DB-BD31-4B8C-83A1-F6EECF244321}">
                <p14:modId xmlns:p14="http://schemas.microsoft.com/office/powerpoint/2010/main" val="38664365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think-cell" r:id="rId8" imgW="395" imgH="394" progId="TCLayout.ActiveDocument.1">
                  <p:embed/>
                </p:oleObj>
              </mc:Choice>
              <mc:Fallback>
                <p:oleObj name="Diapositiva think-cell" r:id="rId8" imgW="395" imgH="394" progId="TCLayout.ActiveDocument.1">
                  <p:embed/>
                  <p:pic>
                    <p:nvPicPr>
                      <p:cNvPr id="2" name="Oggetto 1" hidden="1">
                        <a:extLst>
                          <a:ext uri="{FF2B5EF4-FFF2-40B4-BE49-F238E27FC236}">
                            <a16:creationId xmlns:a16="http://schemas.microsoft.com/office/drawing/2014/main" id="{2A9B99D2-512E-4A71-ADD4-60B18D5652C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66" r:id="rId2"/>
    <p:sldLayoutId id="2147483652" r:id="rId3"/>
    <p:sldLayoutId id="2147483650" r:id="rId4"/>
    <p:sldLayoutId id="2147483665" r:id="rId5"/>
  </p:sldLayoutIdLst>
  <p:transition spd="med"/>
  <p:hf hdr="0" ftr="0" dt="0"/>
  <p:txStyles>
    <p:titleStyle>
      <a:lvl1pPr marL="0" marR="0" indent="0" algn="ctr" defTabSz="313444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92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1pPr>
      <a:lvl2pPr marL="0" marR="0" indent="0" algn="ctr" defTabSz="313444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92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2pPr>
      <a:lvl3pPr marL="0" marR="0" indent="0" algn="ctr" defTabSz="313444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92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3pPr>
      <a:lvl4pPr marL="0" marR="0" indent="0" algn="ctr" defTabSz="313444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92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4pPr>
      <a:lvl5pPr marL="0" marR="0" indent="0" algn="ctr" defTabSz="313444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92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5pPr>
      <a:lvl6pPr marL="0" marR="0" indent="0" algn="ctr" defTabSz="313444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92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6pPr>
      <a:lvl7pPr marL="0" marR="0" indent="0" algn="ctr" defTabSz="313444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92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7pPr>
      <a:lvl8pPr marL="0" marR="0" indent="0" algn="ctr" defTabSz="313444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92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8pPr>
      <a:lvl9pPr marL="0" marR="0" indent="0" algn="ctr" defTabSz="313444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92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9pPr>
    </p:titleStyle>
    <p:bodyStyle>
      <a:lvl1pPr marL="238490" marR="0" indent="-238490" algn="l" defTabSz="313444" rtl="0" latinLnBrk="0">
        <a:lnSpc>
          <a:spcPct val="100000"/>
        </a:lnSpc>
        <a:spcBef>
          <a:spcPts val="2253"/>
        </a:spcBef>
        <a:spcAft>
          <a:spcPts val="0"/>
        </a:spcAft>
        <a:buClrTx/>
        <a:buSzPct val="145000"/>
        <a:buFontTx/>
        <a:buChar char="•"/>
        <a:tabLst/>
        <a:defRPr sz="1717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1pPr>
      <a:lvl2pPr marL="476980" marR="0" indent="-238490" algn="l" defTabSz="313444" rtl="0" latinLnBrk="0">
        <a:lnSpc>
          <a:spcPct val="100000"/>
        </a:lnSpc>
        <a:spcBef>
          <a:spcPts val="2253"/>
        </a:spcBef>
        <a:spcAft>
          <a:spcPts val="0"/>
        </a:spcAft>
        <a:buClrTx/>
        <a:buSzPct val="145000"/>
        <a:buFontTx/>
        <a:buChar char="•"/>
        <a:tabLst/>
        <a:defRPr sz="1717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2pPr>
      <a:lvl3pPr marL="715470" marR="0" indent="-238490" algn="l" defTabSz="313444" rtl="0" latinLnBrk="0">
        <a:lnSpc>
          <a:spcPct val="100000"/>
        </a:lnSpc>
        <a:spcBef>
          <a:spcPts val="2253"/>
        </a:spcBef>
        <a:spcAft>
          <a:spcPts val="0"/>
        </a:spcAft>
        <a:buClrTx/>
        <a:buSzPct val="145000"/>
        <a:buFontTx/>
        <a:buChar char="•"/>
        <a:tabLst/>
        <a:defRPr sz="1717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3pPr>
      <a:lvl4pPr marL="953960" marR="0" indent="-238490" algn="l" defTabSz="313444" rtl="0" latinLnBrk="0">
        <a:lnSpc>
          <a:spcPct val="100000"/>
        </a:lnSpc>
        <a:spcBef>
          <a:spcPts val="2253"/>
        </a:spcBef>
        <a:spcAft>
          <a:spcPts val="0"/>
        </a:spcAft>
        <a:buClrTx/>
        <a:buSzPct val="145000"/>
        <a:buFontTx/>
        <a:buChar char="•"/>
        <a:tabLst/>
        <a:defRPr sz="1717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4pPr>
      <a:lvl5pPr marL="1192451" marR="0" indent="-238490" algn="l" defTabSz="313444" rtl="0" latinLnBrk="0">
        <a:lnSpc>
          <a:spcPct val="100000"/>
        </a:lnSpc>
        <a:spcBef>
          <a:spcPts val="2253"/>
        </a:spcBef>
        <a:spcAft>
          <a:spcPts val="0"/>
        </a:spcAft>
        <a:buClrTx/>
        <a:buSzPct val="145000"/>
        <a:buFontTx/>
        <a:buChar char="•"/>
        <a:tabLst/>
        <a:defRPr sz="1717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5pPr>
      <a:lvl6pPr marL="1430941" marR="0" indent="-238490" algn="l" defTabSz="313444" rtl="0" latinLnBrk="0">
        <a:lnSpc>
          <a:spcPct val="100000"/>
        </a:lnSpc>
        <a:spcBef>
          <a:spcPts val="2253"/>
        </a:spcBef>
        <a:spcAft>
          <a:spcPts val="0"/>
        </a:spcAft>
        <a:buClrTx/>
        <a:buSzPct val="145000"/>
        <a:buFontTx/>
        <a:buChar char="•"/>
        <a:tabLst/>
        <a:defRPr sz="1717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6pPr>
      <a:lvl7pPr marL="1669431" marR="0" indent="-238490" algn="l" defTabSz="313444" rtl="0" latinLnBrk="0">
        <a:lnSpc>
          <a:spcPct val="100000"/>
        </a:lnSpc>
        <a:spcBef>
          <a:spcPts val="2253"/>
        </a:spcBef>
        <a:spcAft>
          <a:spcPts val="0"/>
        </a:spcAft>
        <a:buClrTx/>
        <a:buSzPct val="145000"/>
        <a:buFontTx/>
        <a:buChar char="•"/>
        <a:tabLst/>
        <a:defRPr sz="1717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7pPr>
      <a:lvl8pPr marL="1907921" marR="0" indent="-238490" algn="l" defTabSz="313444" rtl="0" latinLnBrk="0">
        <a:lnSpc>
          <a:spcPct val="100000"/>
        </a:lnSpc>
        <a:spcBef>
          <a:spcPts val="2253"/>
        </a:spcBef>
        <a:spcAft>
          <a:spcPts val="0"/>
        </a:spcAft>
        <a:buClrTx/>
        <a:buSzPct val="145000"/>
        <a:buFontTx/>
        <a:buChar char="•"/>
        <a:tabLst/>
        <a:defRPr sz="1717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8pPr>
      <a:lvl9pPr marL="2146411" marR="0" indent="-238490" algn="l" defTabSz="313444" rtl="0" latinLnBrk="0">
        <a:lnSpc>
          <a:spcPct val="100000"/>
        </a:lnSpc>
        <a:spcBef>
          <a:spcPts val="2253"/>
        </a:spcBef>
        <a:spcAft>
          <a:spcPts val="0"/>
        </a:spcAft>
        <a:buClrTx/>
        <a:buSzPct val="145000"/>
        <a:buFontTx/>
        <a:buChar char="•"/>
        <a:tabLst/>
        <a:defRPr sz="1717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9pPr>
    </p:bodyStyle>
    <p:otherStyle>
      <a:lvl1pPr marL="0" marR="0" indent="0" algn="ctr" defTabSz="313444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8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1pPr>
      <a:lvl2pPr marL="0" marR="0" indent="122652" algn="ctr" defTabSz="313444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8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2pPr>
      <a:lvl3pPr marL="0" marR="0" indent="245304" algn="ctr" defTabSz="313444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8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3pPr>
      <a:lvl4pPr marL="0" marR="0" indent="367956" algn="ctr" defTabSz="313444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8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4pPr>
      <a:lvl5pPr marL="0" marR="0" indent="490608" algn="ctr" defTabSz="313444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8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5pPr>
      <a:lvl6pPr marL="0" marR="0" indent="613260" algn="ctr" defTabSz="313444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8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6pPr>
      <a:lvl7pPr marL="0" marR="0" indent="735912" algn="ctr" defTabSz="313444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8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7pPr>
      <a:lvl8pPr marL="0" marR="0" indent="858565" algn="ctr" defTabSz="313444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8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8pPr>
      <a:lvl9pPr marL="0" marR="0" indent="981216" algn="ctr" defTabSz="313444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8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notesSlide" Target="../notesSlides/notesSlide1.xml"/><Relationship Id="rId7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3.xml"/><Relationship Id="rId6" Type="http://schemas.openxmlformats.org/officeDocument/2006/relationships/image" Target="../media/image2.jpe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notesSlide" Target="../notesSlides/notesSlide2.xml"/><Relationship Id="rId7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4.xml"/><Relationship Id="rId6" Type="http://schemas.openxmlformats.org/officeDocument/2006/relationships/image" Target="../media/image2.jpe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notesSlide" Target="../notesSlides/notesSlide3.xml"/><Relationship Id="rId7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5.xml"/><Relationship Id="rId6" Type="http://schemas.openxmlformats.org/officeDocument/2006/relationships/image" Target="../media/image2.jpe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notesSlide" Target="../notesSlides/notesSlide4.xml"/><Relationship Id="rId7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6.xml"/><Relationship Id="rId6" Type="http://schemas.openxmlformats.org/officeDocument/2006/relationships/image" Target="../media/image2.jpe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notesSlide" Target="../notesSlides/notesSlide5.xml"/><Relationship Id="rId7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7.xml"/><Relationship Id="rId6" Type="http://schemas.openxmlformats.org/officeDocument/2006/relationships/image" Target="../media/image2.jpe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notesSlide" Target="../notesSlides/notesSlide6.xml"/><Relationship Id="rId7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8.xml"/><Relationship Id="rId6" Type="http://schemas.openxmlformats.org/officeDocument/2006/relationships/image" Target="../media/image2.jpe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F97D0-828D-94DB-B4F1-F109FA61F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ggetto 1" hidden="1">
            <a:extLst>
              <a:ext uri="{FF2B5EF4-FFF2-40B4-BE49-F238E27FC236}">
                <a16:creationId xmlns:a16="http://schemas.microsoft.com/office/drawing/2014/main" id="{EF346082-47DA-1971-A8FD-456BA362625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think-cell" r:id="rId4" imgW="395" imgH="394" progId="TCLayout.ActiveDocument.1">
                  <p:embed/>
                </p:oleObj>
              </mc:Choice>
              <mc:Fallback>
                <p:oleObj name="Diapositiva think-cell" r:id="rId4" imgW="395" imgH="394" progId="TCLayout.ActiveDocument.1">
                  <p:embed/>
                  <p:pic>
                    <p:nvPicPr>
                      <p:cNvPr id="2" name="Oggetto 1" hidden="1">
                        <a:extLst>
                          <a:ext uri="{FF2B5EF4-FFF2-40B4-BE49-F238E27FC236}">
                            <a16:creationId xmlns:a16="http://schemas.microsoft.com/office/drawing/2014/main" id="{EF346082-47DA-1971-A8FD-456BA362625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" name="Casella di testo 36">
            <a:extLst>
              <a:ext uri="{FF2B5EF4-FFF2-40B4-BE49-F238E27FC236}">
                <a16:creationId xmlns:a16="http://schemas.microsoft.com/office/drawing/2014/main" id="{A409125D-07B5-9381-1913-8065EB927E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65790" y="1603849"/>
            <a:ext cx="4828095" cy="367119"/>
          </a:xfrm>
          <a:prstGeom prst="rect">
            <a:avLst/>
          </a:prstGeom>
          <a:noFill/>
          <a:ln>
            <a:noFill/>
          </a:ln>
          <a:effectLst/>
        </p:spPr>
        <p:txBody>
          <a:bodyPr rot="0" vert="horz" wrap="square" lIns="36576" tIns="36576" rIns="36576" bIns="36576" anchor="ctr" anchorCtr="0" upright="1">
            <a:no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it-IT" sz="1600">
                <a:solidFill>
                  <a:schemeClr val="bg1"/>
                </a:solidFill>
                <a:effectLst/>
                <a:latin typeface="Trebuchet MS" panose="020B0603020202020204" pitchFamily="34" charset="0"/>
                <a:ea typeface="Calibri" panose="020F0502020204030204" pitchFamily="34" charset="0"/>
                <a:cs typeface="Traditional Arabic" panose="020B0604020202020204" pitchFamily="18" charset="-78"/>
              </a:rPr>
              <a:t>SOMMARIO</a:t>
            </a:r>
          </a:p>
        </p:txBody>
      </p:sp>
      <p:sp>
        <p:nvSpPr>
          <p:cNvPr id="19" name="Rettangolo 18">
            <a:extLst>
              <a:ext uri="{FF2B5EF4-FFF2-40B4-BE49-F238E27FC236}">
                <a16:creationId xmlns:a16="http://schemas.microsoft.com/office/drawing/2014/main" id="{C481D07A-6AA4-A98B-28B0-85933F943D80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3635841" y="-1992428"/>
            <a:ext cx="288000" cy="7559672"/>
          </a:xfrm>
          <a:prstGeom prst="rect">
            <a:avLst/>
          </a:prstGeom>
          <a:solidFill>
            <a:srgbClr val="333F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algn="in">
                <a:solidFill>
                  <a:srgbClr val="21212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DCD6D4"/>
                  </a:outerShdw>
                </a:effectLst>
              </a14:hiddenEffects>
            </a:ext>
          </a:extLst>
        </p:spPr>
        <p:txBody>
          <a:bodyPr rot="0" vert="horz" wrap="square" lIns="36576" tIns="36576" rIns="36576" bIns="36576" anchor="t" anchorCtr="0" upright="1">
            <a:noAutofit/>
          </a:bodyPr>
          <a:lstStyle/>
          <a:p>
            <a:endParaRPr lang="it-IT"/>
          </a:p>
        </p:txBody>
      </p:sp>
      <p:sp>
        <p:nvSpPr>
          <p:cNvPr id="20" name="Casella di testo 36">
            <a:extLst>
              <a:ext uri="{FF2B5EF4-FFF2-40B4-BE49-F238E27FC236}">
                <a16:creationId xmlns:a16="http://schemas.microsoft.com/office/drawing/2014/main" id="{607730B2-03E7-9B9A-A585-F73F742917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01372" y="1598434"/>
            <a:ext cx="5156930" cy="367119"/>
          </a:xfrm>
          <a:prstGeom prst="rect">
            <a:avLst/>
          </a:prstGeom>
          <a:noFill/>
          <a:ln>
            <a:noFill/>
          </a:ln>
          <a:effectLst/>
        </p:spPr>
        <p:txBody>
          <a:bodyPr rot="0" vert="horz" wrap="square" lIns="36576" tIns="36576" rIns="36576" bIns="36576" anchor="ctr" anchorCtr="0" upright="1">
            <a:no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it-IT" sz="1500">
                <a:solidFill>
                  <a:schemeClr val="bg1"/>
                </a:solidFill>
                <a:effectLst/>
                <a:latin typeface="Avenir Next LT Pro" panose="020B05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Principali aggiornamenti normativi</a:t>
            </a:r>
          </a:p>
        </p:txBody>
      </p:sp>
      <p:pic>
        <p:nvPicPr>
          <p:cNvPr id="25" name="Immagine 24" descr="Immagine che contiene interni, metallo, sedendo, edificio&#10;&#10;Descrizione generata automaticamente">
            <a:extLst>
              <a:ext uri="{FF2B5EF4-FFF2-40B4-BE49-F238E27FC236}">
                <a16:creationId xmlns:a16="http://schemas.microsoft.com/office/drawing/2014/main" id="{C5F6621E-6208-97E5-7E1B-139FAD0104F9}"/>
              </a:ext>
            </a:extLst>
          </p:cNvPr>
          <p:cNvPicPr/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038" b="38097"/>
          <a:stretch/>
        </p:blipFill>
        <p:spPr bwMode="auto">
          <a:xfrm>
            <a:off x="3176" y="0"/>
            <a:ext cx="7556499" cy="166254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34" name="Rettangolo 33">
            <a:extLst>
              <a:ext uri="{FF2B5EF4-FFF2-40B4-BE49-F238E27FC236}">
                <a16:creationId xmlns:a16="http://schemas.microsoft.com/office/drawing/2014/main" id="{C87097A2-46E9-7724-F005-5F1C341A7C7F}"/>
              </a:ext>
            </a:extLst>
          </p:cNvPr>
          <p:cNvSpPr/>
          <p:nvPr/>
        </p:nvSpPr>
        <p:spPr>
          <a:xfrm>
            <a:off x="0" y="0"/>
            <a:ext cx="7559675" cy="1662545"/>
          </a:xfrm>
          <a:prstGeom prst="rect">
            <a:avLst/>
          </a:prstGeom>
          <a:solidFill>
            <a:srgbClr val="100F16">
              <a:alpha val="48000"/>
            </a:srgbClr>
          </a:solidFill>
          <a:ln w="12700">
            <a:miter lim="400000"/>
          </a:ln>
          <a:effectLst/>
        </p:spPr>
        <p:txBody>
          <a:bodyPr lIns="50800" tIns="50800" rIns="50800" bIns="50800" anchor="ctr"/>
          <a:lstStyle/>
          <a:p>
            <a:pPr algn="ctr" defTabSz="1828754" hangingPunct="1">
              <a:lnSpc>
                <a:spcPct val="100000"/>
              </a:lnSpc>
            </a:pPr>
            <a:endParaRPr lang="it-IT" sz="3200" kern="1200" cap="none" spc="0">
              <a:solidFill>
                <a:srgbClr val="FFFFFF"/>
              </a:solidFill>
              <a:latin typeface="Helvetica Light"/>
              <a:sym typeface="Helvetica Light"/>
            </a:endParaRPr>
          </a:p>
        </p:txBody>
      </p:sp>
      <p:sp>
        <p:nvSpPr>
          <p:cNvPr id="39" name="Titolo della presentazione…">
            <a:extLst>
              <a:ext uri="{FF2B5EF4-FFF2-40B4-BE49-F238E27FC236}">
                <a16:creationId xmlns:a16="http://schemas.microsoft.com/office/drawing/2014/main" id="{1E596944-6CA4-EBE2-67B2-C76DC2919774}"/>
              </a:ext>
            </a:extLst>
          </p:cNvPr>
          <p:cNvSpPr txBox="1"/>
          <p:nvPr/>
        </p:nvSpPr>
        <p:spPr>
          <a:xfrm>
            <a:off x="1348384" y="559834"/>
            <a:ext cx="4862907" cy="5474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27259" tIns="27259" rIns="27259" bIns="27259">
            <a:spAutoFit/>
          </a:bodyPr>
          <a:lstStyle/>
          <a:p>
            <a:pPr>
              <a:defRPr sz="3200">
                <a:solidFill>
                  <a:srgbClr val="1F4B80"/>
                </a:solidFill>
                <a:latin typeface="Lucida Sans"/>
                <a:ea typeface="Lucida Sans"/>
                <a:cs typeface="Lucida Sans"/>
                <a:sym typeface="Lucida Sans"/>
              </a:defRPr>
            </a:pPr>
            <a:r>
              <a:rPr lang="it-IT" sz="3200" i="1" dirty="0">
                <a:solidFill>
                  <a:schemeClr val="bg1"/>
                </a:solidFill>
                <a:latin typeface="Avenir Next LT Pro" panose="020B0504020202020204" pitchFamily="34" charset="0"/>
              </a:rPr>
              <a:t>Alert Normativo</a:t>
            </a:r>
          </a:p>
        </p:txBody>
      </p:sp>
      <p:pic>
        <p:nvPicPr>
          <p:cNvPr id="40" name="Immagine 39">
            <a:extLst>
              <a:ext uri="{FF2B5EF4-FFF2-40B4-BE49-F238E27FC236}">
                <a16:creationId xmlns:a16="http://schemas.microsoft.com/office/drawing/2014/main" id="{D7AE05C9-0C4A-ED43-2C57-EDC3150CD3B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438" y="305346"/>
            <a:ext cx="1775227" cy="1186673"/>
          </a:xfrm>
          <a:prstGeom prst="rect">
            <a:avLst/>
          </a:prstGeom>
        </p:spPr>
      </p:pic>
      <p:pic>
        <p:nvPicPr>
          <p:cNvPr id="41" name="Immagine 40">
            <a:extLst>
              <a:ext uri="{FF2B5EF4-FFF2-40B4-BE49-F238E27FC236}">
                <a16:creationId xmlns:a16="http://schemas.microsoft.com/office/drawing/2014/main" id="{ADD76B76-2A59-0F0F-6BEE-C10FA3773FBE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010998" y="10363699"/>
            <a:ext cx="467110" cy="264444"/>
          </a:xfrm>
          <a:prstGeom prst="rect">
            <a:avLst/>
          </a:prstGeom>
        </p:spPr>
      </p:pic>
      <p:sp>
        <p:nvSpPr>
          <p:cNvPr id="3" name="Rettangolo 2">
            <a:extLst>
              <a:ext uri="{FF2B5EF4-FFF2-40B4-BE49-F238E27FC236}">
                <a16:creationId xmlns:a16="http://schemas.microsoft.com/office/drawing/2014/main" id="{446919D9-D22D-07E2-78A4-452FCFCC74C4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3316380" y="6446398"/>
            <a:ext cx="923396" cy="7563199"/>
          </a:xfrm>
          <a:prstGeom prst="rect">
            <a:avLst/>
          </a:prstGeom>
          <a:solidFill>
            <a:srgbClr val="333F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algn="in">
                <a:solidFill>
                  <a:srgbClr val="21212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DCD6D4"/>
                  </a:outerShdw>
                </a:effectLst>
              </a14:hiddenEffects>
            </a:ext>
          </a:extLst>
        </p:spPr>
        <p:txBody>
          <a:bodyPr rot="0" vert="horz" wrap="square" lIns="36576" tIns="36576" rIns="36576" bIns="36576" anchor="t" anchorCtr="0" upright="1">
            <a:noAutofit/>
          </a:bodyPr>
          <a:lstStyle/>
          <a:p>
            <a:pPr marL="0" marR="0" lvl="0" indent="0" algn="ctr" defTabSz="430322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768" b="1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Helvetica Neue"/>
              <a:sym typeface="Helvetica Neue"/>
            </a:endParaRP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3CD45ABA-BF78-A214-772E-CDFB70F2F285}"/>
              </a:ext>
            </a:extLst>
          </p:cNvPr>
          <p:cNvSpPr txBox="1"/>
          <p:nvPr/>
        </p:nvSpPr>
        <p:spPr>
          <a:xfrm>
            <a:off x="101586" y="9873419"/>
            <a:ext cx="6667513" cy="44114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lvl="0" indent="0" algn="l" defTabSz="5842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05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venir Next LT Pro" panose="020B0504020202020204" pitchFamily="34" charset="0"/>
                <a:sym typeface="Helvetica Neue"/>
              </a:rPr>
              <a:t>Per informazioni e approfondimenti rivolgersi al Presidio Normativo Finance di SCS al seguente indirizzo e-mail: alert@scsconsulting.it</a:t>
            </a:r>
          </a:p>
        </p:txBody>
      </p:sp>
      <p:sp>
        <p:nvSpPr>
          <p:cNvPr id="6" name="Rectangle 23">
            <a:extLst>
              <a:ext uri="{FF2B5EF4-FFF2-40B4-BE49-F238E27FC236}">
                <a16:creationId xmlns:a16="http://schemas.microsoft.com/office/drawing/2014/main" id="{11F7DB4F-26F0-77C4-8C5F-7E6CA96CF4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726" y="10372647"/>
            <a:ext cx="6588000" cy="20005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altLang="it-IT" sz="700" b="0" i="1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venir Next LT Pro" panose="020B0504020202020204" pitchFamily="34" charset="0"/>
                <a:ea typeface="Calibri" panose="020F0502020204030204" pitchFamily="34" charset="0"/>
                <a:cs typeface="Calibri" panose="020F0502020204030204" pitchFamily="34" charset="0"/>
                <a:sym typeface="Helvetica Neue"/>
              </a:rPr>
              <a:t>Il presente documento comprende le news identificate come coerenti con il focus aziendale dell’Area Finance ed in linea con gli eventuali interessi correlati</a:t>
            </a:r>
            <a:endParaRPr kumimoji="0" lang="it-IT" altLang="it-IT" sz="7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venir Next LT Pro" panose="020B0504020202020204" pitchFamily="34" charset="0"/>
              <a:cs typeface="Calibri" panose="020F0502020204030204" pitchFamily="34" charset="0"/>
              <a:sym typeface="Helvetica Neue"/>
            </a:endParaRPr>
          </a:p>
        </p:txBody>
      </p:sp>
      <p:pic>
        <p:nvPicPr>
          <p:cNvPr id="8" name="Immagine 7" descr="Immagine che contiene testo, clipart&#10;&#10;Descrizione generata automaticamente">
            <a:extLst>
              <a:ext uri="{FF2B5EF4-FFF2-40B4-BE49-F238E27FC236}">
                <a16:creationId xmlns:a16="http://schemas.microsoft.com/office/drawing/2014/main" id="{BA7E0607-E3E6-0AD5-1111-0123EAE7789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9100" y="10092340"/>
            <a:ext cx="654557" cy="437547"/>
          </a:xfrm>
          <a:prstGeom prst="rect">
            <a:avLst/>
          </a:prstGeom>
        </p:spPr>
      </p:pic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824FBB07-EDF5-3609-3A15-753AC09A8217}"/>
              </a:ext>
            </a:extLst>
          </p:cNvPr>
          <p:cNvSpPr txBox="1"/>
          <p:nvPr/>
        </p:nvSpPr>
        <p:spPr>
          <a:xfrm>
            <a:off x="4825994" y="89322"/>
            <a:ext cx="2433740" cy="59503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it-IT" sz="1600" b="1" i="1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Avenir Next LT Pro" panose="020B0504020202020204" pitchFamily="34" charset="0"/>
                <a:cs typeface="Calibri Light"/>
                <a:sym typeface="Helvetica Neue"/>
              </a:rPr>
              <a:t>N. 2</a:t>
            </a:r>
            <a:endParaRPr kumimoji="0" lang="it-IT" sz="1600" b="1" i="1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Avenir Next LT Pro" panose="020B0504020202020204" pitchFamily="34" charset="0"/>
              <a:cs typeface="Calibri Light" panose="020F0302020204030204" pitchFamily="34" charset="0"/>
              <a:sym typeface="Helvetica Neue"/>
            </a:endParaRPr>
          </a:p>
          <a:p>
            <a:pPr algn="r" defTabSz="584200"/>
            <a:r>
              <a:rPr lang="it-IT" sz="1600" i="1" dirty="0">
                <a:solidFill>
                  <a:schemeClr val="bg1"/>
                </a:solidFill>
                <a:latin typeface="Avenir Next LT Pro" panose="020B0504020202020204" pitchFamily="34" charset="0"/>
                <a:cs typeface="Calibri Light"/>
              </a:rPr>
              <a:t>Maggio 2026</a:t>
            </a:r>
            <a:endParaRPr lang="it-IT" sz="1600" b="1" i="1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Avenir Next LT Pro" panose="020B050402020202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1656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378D2-F268-EC16-4410-2C3BA29F0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ggetto 1" hidden="1">
            <a:extLst>
              <a:ext uri="{FF2B5EF4-FFF2-40B4-BE49-F238E27FC236}">
                <a16:creationId xmlns:a16="http://schemas.microsoft.com/office/drawing/2014/main" id="{714AE683-9214-DDC5-4D61-1999D6CCE19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think-cell" r:id="rId4" imgW="395" imgH="394" progId="TCLayout.ActiveDocument.1">
                  <p:embed/>
                </p:oleObj>
              </mc:Choice>
              <mc:Fallback>
                <p:oleObj name="Diapositiva think-cell" r:id="rId4" imgW="395" imgH="394" progId="TCLayout.ActiveDocument.1">
                  <p:embed/>
                  <p:pic>
                    <p:nvPicPr>
                      <p:cNvPr id="2" name="Oggetto 1" hidden="1">
                        <a:extLst>
                          <a:ext uri="{FF2B5EF4-FFF2-40B4-BE49-F238E27FC236}">
                            <a16:creationId xmlns:a16="http://schemas.microsoft.com/office/drawing/2014/main" id="{EF346082-47DA-1971-A8FD-456BA362625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" name="Casella di testo 36">
            <a:extLst>
              <a:ext uri="{FF2B5EF4-FFF2-40B4-BE49-F238E27FC236}">
                <a16:creationId xmlns:a16="http://schemas.microsoft.com/office/drawing/2014/main" id="{1314AC13-EE82-1C83-0F52-8B352DE124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65790" y="1603849"/>
            <a:ext cx="4828095" cy="367119"/>
          </a:xfrm>
          <a:prstGeom prst="rect">
            <a:avLst/>
          </a:prstGeom>
          <a:noFill/>
          <a:ln>
            <a:noFill/>
          </a:ln>
          <a:effectLst/>
        </p:spPr>
        <p:txBody>
          <a:bodyPr rot="0" vert="horz" wrap="square" lIns="36576" tIns="36576" rIns="36576" bIns="36576" anchor="ctr" anchorCtr="0" upright="1">
            <a:no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it-IT" sz="1600">
                <a:solidFill>
                  <a:schemeClr val="bg1"/>
                </a:solidFill>
                <a:effectLst/>
                <a:latin typeface="Trebuchet MS" panose="020B0603020202020204" pitchFamily="34" charset="0"/>
                <a:ea typeface="Calibri" panose="020F0502020204030204" pitchFamily="34" charset="0"/>
                <a:cs typeface="Traditional Arabic" panose="020B0604020202020204" pitchFamily="18" charset="-78"/>
              </a:rPr>
              <a:t>SOMMARIO</a:t>
            </a:r>
          </a:p>
        </p:txBody>
      </p:sp>
      <p:sp>
        <p:nvSpPr>
          <p:cNvPr id="19" name="Rettangolo 18">
            <a:extLst>
              <a:ext uri="{FF2B5EF4-FFF2-40B4-BE49-F238E27FC236}">
                <a16:creationId xmlns:a16="http://schemas.microsoft.com/office/drawing/2014/main" id="{5B76DB67-414C-F0ED-C19B-3F5D4C091273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3635841" y="-1992428"/>
            <a:ext cx="288000" cy="7559672"/>
          </a:xfrm>
          <a:prstGeom prst="rect">
            <a:avLst/>
          </a:prstGeom>
          <a:solidFill>
            <a:srgbClr val="333F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algn="in">
                <a:solidFill>
                  <a:srgbClr val="21212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DCD6D4"/>
                  </a:outerShdw>
                </a:effectLst>
              </a14:hiddenEffects>
            </a:ext>
          </a:extLst>
        </p:spPr>
        <p:txBody>
          <a:bodyPr rot="0" vert="horz" wrap="square" lIns="36576" tIns="36576" rIns="36576" bIns="36576" anchor="t" anchorCtr="0" upright="1">
            <a:noAutofit/>
          </a:bodyPr>
          <a:lstStyle/>
          <a:p>
            <a:endParaRPr lang="it-IT"/>
          </a:p>
        </p:txBody>
      </p:sp>
      <p:sp>
        <p:nvSpPr>
          <p:cNvPr id="20" name="Casella di testo 36">
            <a:extLst>
              <a:ext uri="{FF2B5EF4-FFF2-40B4-BE49-F238E27FC236}">
                <a16:creationId xmlns:a16="http://schemas.microsoft.com/office/drawing/2014/main" id="{C1AF6753-C9FF-C751-D6D7-2E207F5B29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01372" y="1598434"/>
            <a:ext cx="5156930" cy="367119"/>
          </a:xfrm>
          <a:prstGeom prst="rect">
            <a:avLst/>
          </a:prstGeom>
          <a:noFill/>
          <a:ln>
            <a:noFill/>
          </a:ln>
          <a:effectLst/>
        </p:spPr>
        <p:txBody>
          <a:bodyPr rot="0" vert="horz" wrap="square" lIns="36576" tIns="36576" rIns="36576" bIns="36576" anchor="ctr" anchorCtr="0" upright="1">
            <a:no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it-IT" sz="1500">
                <a:solidFill>
                  <a:schemeClr val="bg1"/>
                </a:solidFill>
                <a:effectLst/>
                <a:latin typeface="Avenir Next LT Pro" panose="020B05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Principali aggiornamenti normativi</a:t>
            </a:r>
          </a:p>
        </p:txBody>
      </p:sp>
      <p:pic>
        <p:nvPicPr>
          <p:cNvPr id="25" name="Immagine 24" descr="Immagine che contiene interni, metallo, sedendo, edificio&#10;&#10;Descrizione generata automaticamente">
            <a:extLst>
              <a:ext uri="{FF2B5EF4-FFF2-40B4-BE49-F238E27FC236}">
                <a16:creationId xmlns:a16="http://schemas.microsoft.com/office/drawing/2014/main" id="{160A2117-ED78-5A9F-5C18-7EC322B5827B}"/>
              </a:ext>
            </a:extLst>
          </p:cNvPr>
          <p:cNvPicPr/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038" b="38097"/>
          <a:stretch/>
        </p:blipFill>
        <p:spPr bwMode="auto">
          <a:xfrm>
            <a:off x="3176" y="0"/>
            <a:ext cx="7556499" cy="166254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34" name="Rettangolo 33">
            <a:extLst>
              <a:ext uri="{FF2B5EF4-FFF2-40B4-BE49-F238E27FC236}">
                <a16:creationId xmlns:a16="http://schemas.microsoft.com/office/drawing/2014/main" id="{A167D32C-9441-979B-CF7F-1365A084FE28}"/>
              </a:ext>
            </a:extLst>
          </p:cNvPr>
          <p:cNvSpPr/>
          <p:nvPr/>
        </p:nvSpPr>
        <p:spPr>
          <a:xfrm>
            <a:off x="0" y="0"/>
            <a:ext cx="7559675" cy="1662545"/>
          </a:xfrm>
          <a:prstGeom prst="rect">
            <a:avLst/>
          </a:prstGeom>
          <a:solidFill>
            <a:srgbClr val="100F16">
              <a:alpha val="48000"/>
            </a:srgbClr>
          </a:solidFill>
          <a:ln w="12700">
            <a:miter lim="400000"/>
          </a:ln>
          <a:effectLst/>
        </p:spPr>
        <p:txBody>
          <a:bodyPr lIns="50800" tIns="50800" rIns="50800" bIns="50800" anchor="ctr"/>
          <a:lstStyle/>
          <a:p>
            <a:pPr algn="ctr" defTabSz="1828754" hangingPunct="1">
              <a:lnSpc>
                <a:spcPct val="100000"/>
              </a:lnSpc>
            </a:pPr>
            <a:endParaRPr lang="it-IT" sz="3200" kern="1200" cap="none" spc="0">
              <a:solidFill>
                <a:srgbClr val="FFFFFF"/>
              </a:solidFill>
              <a:latin typeface="Helvetica Light"/>
              <a:sym typeface="Helvetica Light"/>
            </a:endParaRPr>
          </a:p>
        </p:txBody>
      </p:sp>
      <p:sp>
        <p:nvSpPr>
          <p:cNvPr id="39" name="Titolo della presentazione…">
            <a:extLst>
              <a:ext uri="{FF2B5EF4-FFF2-40B4-BE49-F238E27FC236}">
                <a16:creationId xmlns:a16="http://schemas.microsoft.com/office/drawing/2014/main" id="{4F43DB77-4268-DA80-1C1D-CA9DDCE0944B}"/>
              </a:ext>
            </a:extLst>
          </p:cNvPr>
          <p:cNvSpPr txBox="1"/>
          <p:nvPr/>
        </p:nvSpPr>
        <p:spPr>
          <a:xfrm>
            <a:off x="1348384" y="559834"/>
            <a:ext cx="4862907" cy="5474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27259" tIns="27259" rIns="27259" bIns="27259">
            <a:spAutoFit/>
          </a:bodyPr>
          <a:lstStyle/>
          <a:p>
            <a:pPr>
              <a:defRPr sz="3200">
                <a:solidFill>
                  <a:srgbClr val="1F4B80"/>
                </a:solidFill>
                <a:latin typeface="Lucida Sans"/>
                <a:ea typeface="Lucida Sans"/>
                <a:cs typeface="Lucida Sans"/>
                <a:sym typeface="Lucida Sans"/>
              </a:defRPr>
            </a:pPr>
            <a:r>
              <a:rPr lang="it-IT" sz="3200" i="1" dirty="0">
                <a:solidFill>
                  <a:schemeClr val="bg1"/>
                </a:solidFill>
                <a:latin typeface="Avenir Next LT Pro" panose="020B0504020202020204" pitchFamily="34" charset="0"/>
              </a:rPr>
              <a:t>Alert Normativo</a:t>
            </a:r>
          </a:p>
        </p:txBody>
      </p:sp>
      <p:pic>
        <p:nvPicPr>
          <p:cNvPr id="40" name="Immagine 39">
            <a:extLst>
              <a:ext uri="{FF2B5EF4-FFF2-40B4-BE49-F238E27FC236}">
                <a16:creationId xmlns:a16="http://schemas.microsoft.com/office/drawing/2014/main" id="{411FB66B-4A3F-AA41-9DD0-D66F41C1BDF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438" y="305346"/>
            <a:ext cx="1775227" cy="1186673"/>
          </a:xfrm>
          <a:prstGeom prst="rect">
            <a:avLst/>
          </a:prstGeom>
        </p:spPr>
      </p:pic>
      <p:pic>
        <p:nvPicPr>
          <p:cNvPr id="41" name="Immagine 40">
            <a:extLst>
              <a:ext uri="{FF2B5EF4-FFF2-40B4-BE49-F238E27FC236}">
                <a16:creationId xmlns:a16="http://schemas.microsoft.com/office/drawing/2014/main" id="{A69C57D1-C089-5A2A-7E7F-4E44E5683875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010998" y="10363699"/>
            <a:ext cx="467110" cy="264444"/>
          </a:xfrm>
          <a:prstGeom prst="rect">
            <a:avLst/>
          </a:prstGeom>
        </p:spPr>
      </p:pic>
      <p:sp>
        <p:nvSpPr>
          <p:cNvPr id="3" name="Rettangolo 2">
            <a:extLst>
              <a:ext uri="{FF2B5EF4-FFF2-40B4-BE49-F238E27FC236}">
                <a16:creationId xmlns:a16="http://schemas.microsoft.com/office/drawing/2014/main" id="{2FBF742E-F682-7085-EE4E-3DF4F0B23964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3316380" y="6446398"/>
            <a:ext cx="923396" cy="7563199"/>
          </a:xfrm>
          <a:prstGeom prst="rect">
            <a:avLst/>
          </a:prstGeom>
          <a:solidFill>
            <a:srgbClr val="333F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algn="in">
                <a:solidFill>
                  <a:srgbClr val="21212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DCD6D4"/>
                  </a:outerShdw>
                </a:effectLst>
              </a14:hiddenEffects>
            </a:ext>
          </a:extLst>
        </p:spPr>
        <p:txBody>
          <a:bodyPr rot="0" vert="horz" wrap="square" lIns="36576" tIns="36576" rIns="36576" bIns="36576" anchor="t" anchorCtr="0" upright="1">
            <a:noAutofit/>
          </a:bodyPr>
          <a:lstStyle/>
          <a:p>
            <a:pPr marL="0" marR="0" lvl="0" indent="0" algn="ctr" defTabSz="430322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768" b="1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Helvetica Neue"/>
              <a:sym typeface="Helvetica Neue"/>
            </a:endParaRP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72A0793B-4E1B-4A78-E940-83EEF5D9AD02}"/>
              </a:ext>
            </a:extLst>
          </p:cNvPr>
          <p:cNvSpPr txBox="1"/>
          <p:nvPr/>
        </p:nvSpPr>
        <p:spPr>
          <a:xfrm>
            <a:off x="101586" y="9873419"/>
            <a:ext cx="6667513" cy="44114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lvl="0" indent="0" algn="l" defTabSz="5842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05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venir Next LT Pro" panose="020B0504020202020204" pitchFamily="34" charset="0"/>
                <a:sym typeface="Helvetica Neue"/>
              </a:rPr>
              <a:t>Per informazioni e approfondimenti rivolgersi al Presidio Normativo Finance di SCS al seguente indirizzo e-mail: alert@scsconsulting.it</a:t>
            </a:r>
          </a:p>
        </p:txBody>
      </p:sp>
      <p:sp>
        <p:nvSpPr>
          <p:cNvPr id="6" name="Rectangle 23">
            <a:extLst>
              <a:ext uri="{FF2B5EF4-FFF2-40B4-BE49-F238E27FC236}">
                <a16:creationId xmlns:a16="http://schemas.microsoft.com/office/drawing/2014/main" id="{913652EC-EAAA-978B-D557-4AF43638C3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726" y="10372647"/>
            <a:ext cx="6588000" cy="20005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altLang="it-IT" sz="700" b="0" i="1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venir Next LT Pro" panose="020B0504020202020204" pitchFamily="34" charset="0"/>
                <a:ea typeface="Calibri" panose="020F0502020204030204" pitchFamily="34" charset="0"/>
                <a:cs typeface="Calibri" panose="020F0502020204030204" pitchFamily="34" charset="0"/>
                <a:sym typeface="Helvetica Neue"/>
              </a:rPr>
              <a:t>Il presente documento comprende le news identificate come coerenti con il focus aziendale dell’Area Finance ed in linea con gli eventuali interessi correlati</a:t>
            </a:r>
            <a:endParaRPr kumimoji="0" lang="it-IT" altLang="it-IT" sz="7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venir Next LT Pro" panose="020B0504020202020204" pitchFamily="34" charset="0"/>
              <a:cs typeface="Calibri" panose="020F0502020204030204" pitchFamily="34" charset="0"/>
              <a:sym typeface="Helvetica Neue"/>
            </a:endParaRPr>
          </a:p>
        </p:txBody>
      </p:sp>
      <p:pic>
        <p:nvPicPr>
          <p:cNvPr id="8" name="Immagine 7" descr="Immagine che contiene testo, clipart&#10;&#10;Descrizione generata automaticamente">
            <a:extLst>
              <a:ext uri="{FF2B5EF4-FFF2-40B4-BE49-F238E27FC236}">
                <a16:creationId xmlns:a16="http://schemas.microsoft.com/office/drawing/2014/main" id="{27D05DDE-F95A-D769-F1FD-E3C8534884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9100" y="10092340"/>
            <a:ext cx="654557" cy="437547"/>
          </a:xfrm>
          <a:prstGeom prst="rect">
            <a:avLst/>
          </a:prstGeom>
        </p:spPr>
      </p:pic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D852CF60-BBA1-AB84-0235-A35E7C7392E2}"/>
              </a:ext>
            </a:extLst>
          </p:cNvPr>
          <p:cNvSpPr txBox="1"/>
          <p:nvPr/>
        </p:nvSpPr>
        <p:spPr>
          <a:xfrm>
            <a:off x="4825994" y="89322"/>
            <a:ext cx="2433740" cy="59503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it-IT" sz="1600" b="1" i="1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Avenir Next LT Pro" panose="020B0504020202020204" pitchFamily="34" charset="0"/>
                <a:cs typeface="Calibri Light"/>
                <a:sym typeface="Helvetica Neue"/>
              </a:rPr>
              <a:t>N. 2</a:t>
            </a:r>
            <a:endParaRPr kumimoji="0" lang="it-IT" sz="1600" b="1" i="1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Avenir Next LT Pro" panose="020B0504020202020204" pitchFamily="34" charset="0"/>
              <a:cs typeface="Calibri Light" panose="020F0302020204030204" pitchFamily="34" charset="0"/>
              <a:sym typeface="Helvetica Neue"/>
            </a:endParaRPr>
          </a:p>
          <a:p>
            <a:pPr algn="r" defTabSz="584200"/>
            <a:r>
              <a:rPr lang="it-IT" sz="1600" i="1" dirty="0">
                <a:solidFill>
                  <a:schemeClr val="bg1"/>
                </a:solidFill>
                <a:latin typeface="Avenir Next LT Pro" panose="020B0504020202020204" pitchFamily="34" charset="0"/>
                <a:cs typeface="Calibri Light"/>
              </a:rPr>
              <a:t>Maggio 2026</a:t>
            </a:r>
            <a:endParaRPr lang="it-IT" sz="1600" b="1" i="1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Avenir Next LT Pro" panose="020B050402020202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058120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E4FAB-664C-94D7-984B-2C798AAF9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ggetto 1" hidden="1">
            <a:extLst>
              <a:ext uri="{FF2B5EF4-FFF2-40B4-BE49-F238E27FC236}">
                <a16:creationId xmlns:a16="http://schemas.microsoft.com/office/drawing/2014/main" id="{B1A5811A-2F00-D975-D072-806601324AC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think-cell" r:id="rId4" imgW="395" imgH="394" progId="TCLayout.ActiveDocument.1">
                  <p:embed/>
                </p:oleObj>
              </mc:Choice>
              <mc:Fallback>
                <p:oleObj name="Diapositiva think-cell" r:id="rId4" imgW="395" imgH="394" progId="TCLayout.ActiveDocument.1">
                  <p:embed/>
                  <p:pic>
                    <p:nvPicPr>
                      <p:cNvPr id="2" name="Oggetto 1" hidden="1">
                        <a:extLst>
                          <a:ext uri="{FF2B5EF4-FFF2-40B4-BE49-F238E27FC236}">
                            <a16:creationId xmlns:a16="http://schemas.microsoft.com/office/drawing/2014/main" id="{714AE683-9214-DDC5-4D61-1999D6CCE1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" name="Casella di testo 36">
            <a:extLst>
              <a:ext uri="{FF2B5EF4-FFF2-40B4-BE49-F238E27FC236}">
                <a16:creationId xmlns:a16="http://schemas.microsoft.com/office/drawing/2014/main" id="{D6C7C773-F272-4CFD-547C-63F7F89F2C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65790" y="1603849"/>
            <a:ext cx="4828095" cy="367119"/>
          </a:xfrm>
          <a:prstGeom prst="rect">
            <a:avLst/>
          </a:prstGeom>
          <a:noFill/>
          <a:ln>
            <a:noFill/>
          </a:ln>
          <a:effectLst/>
        </p:spPr>
        <p:txBody>
          <a:bodyPr rot="0" vert="horz" wrap="square" lIns="36576" tIns="36576" rIns="36576" bIns="36576" anchor="ctr" anchorCtr="0" upright="1">
            <a:no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it-IT" sz="1600">
                <a:solidFill>
                  <a:schemeClr val="bg1"/>
                </a:solidFill>
                <a:effectLst/>
                <a:latin typeface="Trebuchet MS" panose="020B0603020202020204" pitchFamily="34" charset="0"/>
                <a:ea typeface="Calibri" panose="020F0502020204030204" pitchFamily="34" charset="0"/>
                <a:cs typeface="Traditional Arabic" panose="020B0604020202020204" pitchFamily="18" charset="-78"/>
              </a:rPr>
              <a:t>SOMMARIO</a:t>
            </a:r>
          </a:p>
        </p:txBody>
      </p:sp>
      <p:sp>
        <p:nvSpPr>
          <p:cNvPr id="19" name="Rettangolo 18">
            <a:extLst>
              <a:ext uri="{FF2B5EF4-FFF2-40B4-BE49-F238E27FC236}">
                <a16:creationId xmlns:a16="http://schemas.microsoft.com/office/drawing/2014/main" id="{1EE580A9-E26D-88FC-FDCD-4C3B9CC5D4D5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3635841" y="-1992428"/>
            <a:ext cx="288000" cy="7559672"/>
          </a:xfrm>
          <a:prstGeom prst="rect">
            <a:avLst/>
          </a:prstGeom>
          <a:solidFill>
            <a:srgbClr val="333F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algn="in">
                <a:solidFill>
                  <a:srgbClr val="21212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DCD6D4"/>
                  </a:outerShdw>
                </a:effectLst>
              </a14:hiddenEffects>
            </a:ext>
          </a:extLst>
        </p:spPr>
        <p:txBody>
          <a:bodyPr rot="0" vert="horz" wrap="square" lIns="36576" tIns="36576" rIns="36576" bIns="36576" anchor="t" anchorCtr="0" upright="1">
            <a:noAutofit/>
          </a:bodyPr>
          <a:lstStyle/>
          <a:p>
            <a:endParaRPr lang="it-IT"/>
          </a:p>
        </p:txBody>
      </p:sp>
      <p:sp>
        <p:nvSpPr>
          <p:cNvPr id="20" name="Casella di testo 36">
            <a:extLst>
              <a:ext uri="{FF2B5EF4-FFF2-40B4-BE49-F238E27FC236}">
                <a16:creationId xmlns:a16="http://schemas.microsoft.com/office/drawing/2014/main" id="{C6ECE5A2-784E-E657-85A9-2E18ACA98D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01372" y="1598434"/>
            <a:ext cx="5156930" cy="367119"/>
          </a:xfrm>
          <a:prstGeom prst="rect">
            <a:avLst/>
          </a:prstGeom>
          <a:noFill/>
          <a:ln>
            <a:noFill/>
          </a:ln>
          <a:effectLst/>
        </p:spPr>
        <p:txBody>
          <a:bodyPr rot="0" vert="horz" wrap="square" lIns="36576" tIns="36576" rIns="36576" bIns="36576" anchor="ctr" anchorCtr="0" upright="1">
            <a:no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it-IT" sz="1500">
                <a:solidFill>
                  <a:schemeClr val="bg1"/>
                </a:solidFill>
                <a:effectLst/>
                <a:latin typeface="Avenir Next LT Pro" panose="020B05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Principali aggiornamenti normativi</a:t>
            </a:r>
          </a:p>
        </p:txBody>
      </p:sp>
      <p:pic>
        <p:nvPicPr>
          <p:cNvPr id="25" name="Immagine 24" descr="Immagine che contiene interni, metallo, sedendo, edificio&#10;&#10;Descrizione generata automaticamente">
            <a:extLst>
              <a:ext uri="{FF2B5EF4-FFF2-40B4-BE49-F238E27FC236}">
                <a16:creationId xmlns:a16="http://schemas.microsoft.com/office/drawing/2014/main" id="{D824A658-0AEF-0238-D8D9-6F96E986EBEA}"/>
              </a:ext>
            </a:extLst>
          </p:cNvPr>
          <p:cNvPicPr/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038" b="38097"/>
          <a:stretch/>
        </p:blipFill>
        <p:spPr bwMode="auto">
          <a:xfrm>
            <a:off x="3176" y="0"/>
            <a:ext cx="7556499" cy="166254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34" name="Rettangolo 33">
            <a:extLst>
              <a:ext uri="{FF2B5EF4-FFF2-40B4-BE49-F238E27FC236}">
                <a16:creationId xmlns:a16="http://schemas.microsoft.com/office/drawing/2014/main" id="{E8E53BB3-5C40-02DD-19E5-730C136502D1}"/>
              </a:ext>
            </a:extLst>
          </p:cNvPr>
          <p:cNvSpPr/>
          <p:nvPr/>
        </p:nvSpPr>
        <p:spPr>
          <a:xfrm>
            <a:off x="0" y="0"/>
            <a:ext cx="7559675" cy="1662545"/>
          </a:xfrm>
          <a:prstGeom prst="rect">
            <a:avLst/>
          </a:prstGeom>
          <a:solidFill>
            <a:srgbClr val="100F16">
              <a:alpha val="48000"/>
            </a:srgbClr>
          </a:solidFill>
          <a:ln w="12700">
            <a:miter lim="400000"/>
          </a:ln>
          <a:effectLst/>
        </p:spPr>
        <p:txBody>
          <a:bodyPr lIns="50800" tIns="50800" rIns="50800" bIns="50800" anchor="ctr"/>
          <a:lstStyle/>
          <a:p>
            <a:pPr algn="ctr" defTabSz="1828754" hangingPunct="1">
              <a:lnSpc>
                <a:spcPct val="100000"/>
              </a:lnSpc>
            </a:pPr>
            <a:endParaRPr lang="it-IT" sz="3200" kern="1200" cap="none" spc="0">
              <a:solidFill>
                <a:srgbClr val="FFFFFF"/>
              </a:solidFill>
              <a:latin typeface="Helvetica Light"/>
              <a:sym typeface="Helvetica Light"/>
            </a:endParaRPr>
          </a:p>
        </p:txBody>
      </p:sp>
      <p:sp>
        <p:nvSpPr>
          <p:cNvPr id="39" name="Titolo della presentazione…">
            <a:extLst>
              <a:ext uri="{FF2B5EF4-FFF2-40B4-BE49-F238E27FC236}">
                <a16:creationId xmlns:a16="http://schemas.microsoft.com/office/drawing/2014/main" id="{14E60945-833B-71A7-E9AD-C4A1C1444C01}"/>
              </a:ext>
            </a:extLst>
          </p:cNvPr>
          <p:cNvSpPr txBox="1"/>
          <p:nvPr/>
        </p:nvSpPr>
        <p:spPr>
          <a:xfrm>
            <a:off x="1348384" y="559834"/>
            <a:ext cx="4862907" cy="5474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27259" tIns="27259" rIns="27259" bIns="27259">
            <a:spAutoFit/>
          </a:bodyPr>
          <a:lstStyle/>
          <a:p>
            <a:pPr>
              <a:defRPr sz="3200">
                <a:solidFill>
                  <a:srgbClr val="1F4B80"/>
                </a:solidFill>
                <a:latin typeface="Lucida Sans"/>
                <a:ea typeface="Lucida Sans"/>
                <a:cs typeface="Lucida Sans"/>
                <a:sym typeface="Lucida Sans"/>
              </a:defRPr>
            </a:pPr>
            <a:r>
              <a:rPr lang="it-IT" sz="3200" i="1" dirty="0">
                <a:solidFill>
                  <a:schemeClr val="bg1"/>
                </a:solidFill>
                <a:latin typeface="Avenir Next LT Pro" panose="020B0504020202020204" pitchFamily="34" charset="0"/>
              </a:rPr>
              <a:t>Alert Normativo</a:t>
            </a:r>
          </a:p>
        </p:txBody>
      </p:sp>
      <p:pic>
        <p:nvPicPr>
          <p:cNvPr id="40" name="Immagine 39">
            <a:extLst>
              <a:ext uri="{FF2B5EF4-FFF2-40B4-BE49-F238E27FC236}">
                <a16:creationId xmlns:a16="http://schemas.microsoft.com/office/drawing/2014/main" id="{6013F692-6DAD-0F02-3EAF-82CCC82B7C8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438" y="305346"/>
            <a:ext cx="1775227" cy="1186673"/>
          </a:xfrm>
          <a:prstGeom prst="rect">
            <a:avLst/>
          </a:prstGeom>
        </p:spPr>
      </p:pic>
      <p:pic>
        <p:nvPicPr>
          <p:cNvPr id="41" name="Immagine 40">
            <a:extLst>
              <a:ext uri="{FF2B5EF4-FFF2-40B4-BE49-F238E27FC236}">
                <a16:creationId xmlns:a16="http://schemas.microsoft.com/office/drawing/2014/main" id="{9BC82553-A29A-0EA4-2FFC-9D754530A46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010998" y="10363699"/>
            <a:ext cx="467110" cy="264444"/>
          </a:xfrm>
          <a:prstGeom prst="rect">
            <a:avLst/>
          </a:prstGeom>
        </p:spPr>
      </p:pic>
      <p:sp>
        <p:nvSpPr>
          <p:cNvPr id="3" name="Rettangolo 2">
            <a:extLst>
              <a:ext uri="{FF2B5EF4-FFF2-40B4-BE49-F238E27FC236}">
                <a16:creationId xmlns:a16="http://schemas.microsoft.com/office/drawing/2014/main" id="{52630A08-4C33-45AD-E234-31DB7D024BE6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3316380" y="6446398"/>
            <a:ext cx="923396" cy="7563199"/>
          </a:xfrm>
          <a:prstGeom prst="rect">
            <a:avLst/>
          </a:prstGeom>
          <a:solidFill>
            <a:srgbClr val="333F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algn="in">
                <a:solidFill>
                  <a:srgbClr val="21212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DCD6D4"/>
                  </a:outerShdw>
                </a:effectLst>
              </a14:hiddenEffects>
            </a:ext>
          </a:extLst>
        </p:spPr>
        <p:txBody>
          <a:bodyPr rot="0" vert="horz" wrap="square" lIns="36576" tIns="36576" rIns="36576" bIns="36576" anchor="t" anchorCtr="0" upright="1">
            <a:noAutofit/>
          </a:bodyPr>
          <a:lstStyle/>
          <a:p>
            <a:pPr marL="0" marR="0" lvl="0" indent="0" algn="ctr" defTabSz="430322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768" b="1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Helvetica Neue"/>
              <a:sym typeface="Helvetica Neue"/>
            </a:endParaRP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80D4579A-CACF-3B0B-BCDA-BA4BBD8CB887}"/>
              </a:ext>
            </a:extLst>
          </p:cNvPr>
          <p:cNvSpPr txBox="1"/>
          <p:nvPr/>
        </p:nvSpPr>
        <p:spPr>
          <a:xfrm>
            <a:off x="101586" y="9873419"/>
            <a:ext cx="6667513" cy="44114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lvl="0" indent="0" algn="l" defTabSz="5842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05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venir Next LT Pro" panose="020B0504020202020204" pitchFamily="34" charset="0"/>
                <a:sym typeface="Helvetica Neue"/>
              </a:rPr>
              <a:t>Per informazioni e approfondimenti rivolgersi al Presidio Normativo Finance di SCS al seguente indirizzo e-mail: alert@scsconsulting.it</a:t>
            </a:r>
          </a:p>
        </p:txBody>
      </p:sp>
      <p:sp>
        <p:nvSpPr>
          <p:cNvPr id="6" name="Rectangle 23">
            <a:extLst>
              <a:ext uri="{FF2B5EF4-FFF2-40B4-BE49-F238E27FC236}">
                <a16:creationId xmlns:a16="http://schemas.microsoft.com/office/drawing/2014/main" id="{5A1EA2DA-2FE3-341A-D4D3-BB59D687F5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726" y="10372647"/>
            <a:ext cx="6588000" cy="20005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altLang="it-IT" sz="700" b="0" i="1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venir Next LT Pro" panose="020B0504020202020204" pitchFamily="34" charset="0"/>
                <a:ea typeface="Calibri" panose="020F0502020204030204" pitchFamily="34" charset="0"/>
                <a:cs typeface="Calibri" panose="020F0502020204030204" pitchFamily="34" charset="0"/>
                <a:sym typeface="Helvetica Neue"/>
              </a:rPr>
              <a:t>Il presente documento comprende le news identificate come coerenti con il focus aziendale dell’Area Finance ed in linea con gli eventuali interessi correlati</a:t>
            </a:r>
            <a:endParaRPr kumimoji="0" lang="it-IT" altLang="it-IT" sz="7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venir Next LT Pro" panose="020B0504020202020204" pitchFamily="34" charset="0"/>
              <a:cs typeface="Calibri" panose="020F0502020204030204" pitchFamily="34" charset="0"/>
              <a:sym typeface="Helvetica Neue"/>
            </a:endParaRPr>
          </a:p>
        </p:txBody>
      </p:sp>
      <p:pic>
        <p:nvPicPr>
          <p:cNvPr id="8" name="Immagine 7" descr="Immagine che contiene testo, clipart&#10;&#10;Descrizione generata automaticamente">
            <a:extLst>
              <a:ext uri="{FF2B5EF4-FFF2-40B4-BE49-F238E27FC236}">
                <a16:creationId xmlns:a16="http://schemas.microsoft.com/office/drawing/2014/main" id="{8D80D333-BCC1-6FF4-8AAE-F9F203FD3E5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9100" y="10092340"/>
            <a:ext cx="654557" cy="437547"/>
          </a:xfrm>
          <a:prstGeom prst="rect">
            <a:avLst/>
          </a:prstGeom>
        </p:spPr>
      </p:pic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541B2A00-035E-06FE-B4A4-1E846C583AE0}"/>
              </a:ext>
            </a:extLst>
          </p:cNvPr>
          <p:cNvSpPr txBox="1"/>
          <p:nvPr/>
        </p:nvSpPr>
        <p:spPr>
          <a:xfrm>
            <a:off x="4825994" y="89322"/>
            <a:ext cx="2433740" cy="59503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it-IT" sz="1600" b="1" i="1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Avenir Next LT Pro" panose="020B0504020202020204" pitchFamily="34" charset="0"/>
                <a:cs typeface="Calibri Light"/>
                <a:sym typeface="Helvetica Neue"/>
              </a:rPr>
              <a:t>N. 2</a:t>
            </a:r>
            <a:endParaRPr kumimoji="0" lang="it-IT" sz="1600" b="1" i="1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Avenir Next LT Pro" panose="020B0504020202020204" pitchFamily="34" charset="0"/>
              <a:cs typeface="Calibri Light" panose="020F0302020204030204" pitchFamily="34" charset="0"/>
              <a:sym typeface="Helvetica Neue"/>
            </a:endParaRPr>
          </a:p>
          <a:p>
            <a:pPr algn="r" defTabSz="584200"/>
            <a:r>
              <a:rPr lang="it-IT" sz="1600" i="1" dirty="0">
                <a:solidFill>
                  <a:schemeClr val="bg1"/>
                </a:solidFill>
                <a:latin typeface="Avenir Next LT Pro" panose="020B0504020202020204" pitchFamily="34" charset="0"/>
                <a:cs typeface="Calibri Light"/>
              </a:rPr>
              <a:t>Maggio 2026</a:t>
            </a:r>
            <a:endParaRPr lang="it-IT" sz="1600" b="1" i="1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Avenir Next LT Pro" panose="020B050402020202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809614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739670-0A1E-37F2-24F6-8129A9B63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ggetto 1" hidden="1">
            <a:extLst>
              <a:ext uri="{FF2B5EF4-FFF2-40B4-BE49-F238E27FC236}">
                <a16:creationId xmlns:a16="http://schemas.microsoft.com/office/drawing/2014/main" id="{C54BBC7C-7FDC-5A64-4B1D-C57B9CEB243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think-cell" r:id="rId4" imgW="395" imgH="394" progId="TCLayout.ActiveDocument.1">
                  <p:embed/>
                </p:oleObj>
              </mc:Choice>
              <mc:Fallback>
                <p:oleObj name="Diapositiva think-cell" r:id="rId4" imgW="395" imgH="394" progId="TCLayout.ActiveDocument.1">
                  <p:embed/>
                  <p:pic>
                    <p:nvPicPr>
                      <p:cNvPr id="2" name="Oggetto 1" hidden="1">
                        <a:extLst>
                          <a:ext uri="{FF2B5EF4-FFF2-40B4-BE49-F238E27FC236}">
                            <a16:creationId xmlns:a16="http://schemas.microsoft.com/office/drawing/2014/main" id="{B1A5811A-2F00-D975-D072-806601324AC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" name="Casella di testo 36">
            <a:extLst>
              <a:ext uri="{FF2B5EF4-FFF2-40B4-BE49-F238E27FC236}">
                <a16:creationId xmlns:a16="http://schemas.microsoft.com/office/drawing/2014/main" id="{97FE5ED0-514B-3E7A-861C-48FD7AEBBA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65790" y="1603849"/>
            <a:ext cx="4828095" cy="367119"/>
          </a:xfrm>
          <a:prstGeom prst="rect">
            <a:avLst/>
          </a:prstGeom>
          <a:noFill/>
          <a:ln>
            <a:noFill/>
          </a:ln>
          <a:effectLst/>
        </p:spPr>
        <p:txBody>
          <a:bodyPr rot="0" vert="horz" wrap="square" lIns="36576" tIns="36576" rIns="36576" bIns="36576" anchor="ctr" anchorCtr="0" upright="1">
            <a:no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it-IT" sz="1600">
                <a:solidFill>
                  <a:schemeClr val="bg1"/>
                </a:solidFill>
                <a:effectLst/>
                <a:latin typeface="Trebuchet MS" panose="020B0603020202020204" pitchFamily="34" charset="0"/>
                <a:ea typeface="Calibri" panose="020F0502020204030204" pitchFamily="34" charset="0"/>
                <a:cs typeface="Traditional Arabic" panose="020B0604020202020204" pitchFamily="18" charset="-78"/>
              </a:rPr>
              <a:t>SOMMARIO</a:t>
            </a:r>
          </a:p>
        </p:txBody>
      </p:sp>
      <p:sp>
        <p:nvSpPr>
          <p:cNvPr id="19" name="Rettangolo 18">
            <a:extLst>
              <a:ext uri="{FF2B5EF4-FFF2-40B4-BE49-F238E27FC236}">
                <a16:creationId xmlns:a16="http://schemas.microsoft.com/office/drawing/2014/main" id="{74976865-F289-DFCF-28A4-2692049DF520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3635841" y="-1992428"/>
            <a:ext cx="288000" cy="7559672"/>
          </a:xfrm>
          <a:prstGeom prst="rect">
            <a:avLst/>
          </a:prstGeom>
          <a:solidFill>
            <a:srgbClr val="333F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algn="in">
                <a:solidFill>
                  <a:srgbClr val="21212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DCD6D4"/>
                  </a:outerShdw>
                </a:effectLst>
              </a14:hiddenEffects>
            </a:ext>
          </a:extLst>
        </p:spPr>
        <p:txBody>
          <a:bodyPr rot="0" vert="horz" wrap="square" lIns="36576" tIns="36576" rIns="36576" bIns="36576" anchor="t" anchorCtr="0" upright="1">
            <a:noAutofit/>
          </a:bodyPr>
          <a:lstStyle/>
          <a:p>
            <a:endParaRPr lang="it-IT"/>
          </a:p>
        </p:txBody>
      </p:sp>
      <p:sp>
        <p:nvSpPr>
          <p:cNvPr id="20" name="Casella di testo 36">
            <a:extLst>
              <a:ext uri="{FF2B5EF4-FFF2-40B4-BE49-F238E27FC236}">
                <a16:creationId xmlns:a16="http://schemas.microsoft.com/office/drawing/2014/main" id="{729E5FDA-3CFB-A38C-0E19-FA602B3D89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01372" y="1598434"/>
            <a:ext cx="5156930" cy="367119"/>
          </a:xfrm>
          <a:prstGeom prst="rect">
            <a:avLst/>
          </a:prstGeom>
          <a:noFill/>
          <a:ln>
            <a:noFill/>
          </a:ln>
          <a:effectLst/>
        </p:spPr>
        <p:txBody>
          <a:bodyPr rot="0" vert="horz" wrap="square" lIns="36576" tIns="36576" rIns="36576" bIns="36576" anchor="ctr" anchorCtr="0" upright="1">
            <a:no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it-IT" sz="1500">
                <a:solidFill>
                  <a:schemeClr val="bg1"/>
                </a:solidFill>
                <a:effectLst/>
                <a:latin typeface="Avenir Next LT Pro" panose="020B05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Principali aggiornamenti normativi</a:t>
            </a:r>
          </a:p>
        </p:txBody>
      </p:sp>
      <p:pic>
        <p:nvPicPr>
          <p:cNvPr id="25" name="Immagine 24" descr="Immagine che contiene interni, metallo, sedendo, edificio&#10;&#10;Descrizione generata automaticamente">
            <a:extLst>
              <a:ext uri="{FF2B5EF4-FFF2-40B4-BE49-F238E27FC236}">
                <a16:creationId xmlns:a16="http://schemas.microsoft.com/office/drawing/2014/main" id="{DB2DF6D2-BF9C-7C4B-DC27-5BEB2924CA88}"/>
              </a:ext>
            </a:extLst>
          </p:cNvPr>
          <p:cNvPicPr/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038" b="38097"/>
          <a:stretch/>
        </p:blipFill>
        <p:spPr bwMode="auto">
          <a:xfrm>
            <a:off x="3176" y="0"/>
            <a:ext cx="7556499" cy="166254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34" name="Rettangolo 33">
            <a:extLst>
              <a:ext uri="{FF2B5EF4-FFF2-40B4-BE49-F238E27FC236}">
                <a16:creationId xmlns:a16="http://schemas.microsoft.com/office/drawing/2014/main" id="{9D496D05-FE87-2AA1-1064-51AC18397CBC}"/>
              </a:ext>
            </a:extLst>
          </p:cNvPr>
          <p:cNvSpPr/>
          <p:nvPr/>
        </p:nvSpPr>
        <p:spPr>
          <a:xfrm>
            <a:off x="0" y="0"/>
            <a:ext cx="7559675" cy="1662545"/>
          </a:xfrm>
          <a:prstGeom prst="rect">
            <a:avLst/>
          </a:prstGeom>
          <a:solidFill>
            <a:srgbClr val="100F16">
              <a:alpha val="48000"/>
            </a:srgbClr>
          </a:solidFill>
          <a:ln w="12700">
            <a:miter lim="400000"/>
          </a:ln>
          <a:effectLst/>
        </p:spPr>
        <p:txBody>
          <a:bodyPr lIns="50800" tIns="50800" rIns="50800" bIns="50800" anchor="ctr"/>
          <a:lstStyle/>
          <a:p>
            <a:pPr algn="ctr" defTabSz="1828754" hangingPunct="1">
              <a:lnSpc>
                <a:spcPct val="100000"/>
              </a:lnSpc>
            </a:pPr>
            <a:endParaRPr lang="it-IT" sz="3200" kern="1200" cap="none" spc="0">
              <a:solidFill>
                <a:srgbClr val="FFFFFF"/>
              </a:solidFill>
              <a:latin typeface="Helvetica Light"/>
              <a:sym typeface="Helvetica Light"/>
            </a:endParaRPr>
          </a:p>
        </p:txBody>
      </p:sp>
      <p:sp>
        <p:nvSpPr>
          <p:cNvPr id="39" name="Titolo della presentazione…">
            <a:extLst>
              <a:ext uri="{FF2B5EF4-FFF2-40B4-BE49-F238E27FC236}">
                <a16:creationId xmlns:a16="http://schemas.microsoft.com/office/drawing/2014/main" id="{6A1C8189-EA09-520D-0E08-53712C229F1D}"/>
              </a:ext>
            </a:extLst>
          </p:cNvPr>
          <p:cNvSpPr txBox="1"/>
          <p:nvPr/>
        </p:nvSpPr>
        <p:spPr>
          <a:xfrm>
            <a:off x="1348384" y="559834"/>
            <a:ext cx="4862907" cy="5474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27259" tIns="27259" rIns="27259" bIns="27259">
            <a:spAutoFit/>
          </a:bodyPr>
          <a:lstStyle/>
          <a:p>
            <a:pPr>
              <a:defRPr sz="3200">
                <a:solidFill>
                  <a:srgbClr val="1F4B80"/>
                </a:solidFill>
                <a:latin typeface="Lucida Sans"/>
                <a:ea typeface="Lucida Sans"/>
                <a:cs typeface="Lucida Sans"/>
                <a:sym typeface="Lucida Sans"/>
              </a:defRPr>
            </a:pPr>
            <a:r>
              <a:rPr lang="it-IT" sz="3200" i="1" dirty="0">
                <a:solidFill>
                  <a:schemeClr val="bg1"/>
                </a:solidFill>
                <a:latin typeface="Avenir Next LT Pro" panose="020B0504020202020204" pitchFamily="34" charset="0"/>
              </a:rPr>
              <a:t>Alert Normativo</a:t>
            </a:r>
          </a:p>
        </p:txBody>
      </p:sp>
      <p:pic>
        <p:nvPicPr>
          <p:cNvPr id="40" name="Immagine 39">
            <a:extLst>
              <a:ext uri="{FF2B5EF4-FFF2-40B4-BE49-F238E27FC236}">
                <a16:creationId xmlns:a16="http://schemas.microsoft.com/office/drawing/2014/main" id="{AF84F86F-EE9E-79AA-36BD-02079EF98AD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438" y="305346"/>
            <a:ext cx="1775227" cy="1186673"/>
          </a:xfrm>
          <a:prstGeom prst="rect">
            <a:avLst/>
          </a:prstGeom>
        </p:spPr>
      </p:pic>
      <p:pic>
        <p:nvPicPr>
          <p:cNvPr id="41" name="Immagine 40">
            <a:extLst>
              <a:ext uri="{FF2B5EF4-FFF2-40B4-BE49-F238E27FC236}">
                <a16:creationId xmlns:a16="http://schemas.microsoft.com/office/drawing/2014/main" id="{0AEB7981-59F7-E43E-6D30-DABE0991C9AB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010998" y="10363699"/>
            <a:ext cx="467110" cy="264444"/>
          </a:xfrm>
          <a:prstGeom prst="rect">
            <a:avLst/>
          </a:prstGeom>
        </p:spPr>
      </p:pic>
      <p:sp>
        <p:nvSpPr>
          <p:cNvPr id="3" name="Rettangolo 2">
            <a:extLst>
              <a:ext uri="{FF2B5EF4-FFF2-40B4-BE49-F238E27FC236}">
                <a16:creationId xmlns:a16="http://schemas.microsoft.com/office/drawing/2014/main" id="{67F4BBA2-3BC1-7F8B-2533-2CBD4139CCBE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3316380" y="6446398"/>
            <a:ext cx="923396" cy="7563199"/>
          </a:xfrm>
          <a:prstGeom prst="rect">
            <a:avLst/>
          </a:prstGeom>
          <a:solidFill>
            <a:srgbClr val="333F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algn="in">
                <a:solidFill>
                  <a:srgbClr val="21212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DCD6D4"/>
                  </a:outerShdw>
                </a:effectLst>
              </a14:hiddenEffects>
            </a:ext>
          </a:extLst>
        </p:spPr>
        <p:txBody>
          <a:bodyPr rot="0" vert="horz" wrap="square" lIns="36576" tIns="36576" rIns="36576" bIns="36576" anchor="t" anchorCtr="0" upright="1">
            <a:noAutofit/>
          </a:bodyPr>
          <a:lstStyle/>
          <a:p>
            <a:pPr marL="0" marR="0" lvl="0" indent="0" algn="ctr" defTabSz="430322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768" b="1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Helvetica Neue"/>
              <a:sym typeface="Helvetica Neue"/>
            </a:endParaRP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6C8A7AF6-6F83-C09A-7398-3B864A94B492}"/>
              </a:ext>
            </a:extLst>
          </p:cNvPr>
          <p:cNvSpPr txBox="1"/>
          <p:nvPr/>
        </p:nvSpPr>
        <p:spPr>
          <a:xfrm>
            <a:off x="101586" y="9873419"/>
            <a:ext cx="6667513" cy="44114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lvl="0" indent="0" algn="l" defTabSz="5842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05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venir Next LT Pro" panose="020B0504020202020204" pitchFamily="34" charset="0"/>
                <a:sym typeface="Helvetica Neue"/>
              </a:rPr>
              <a:t>Per informazioni e approfondimenti rivolgersi al Presidio Normativo Finance di SCS al seguente indirizzo e-mail: alert@scsconsulting.it</a:t>
            </a:r>
          </a:p>
        </p:txBody>
      </p:sp>
      <p:sp>
        <p:nvSpPr>
          <p:cNvPr id="6" name="Rectangle 23">
            <a:extLst>
              <a:ext uri="{FF2B5EF4-FFF2-40B4-BE49-F238E27FC236}">
                <a16:creationId xmlns:a16="http://schemas.microsoft.com/office/drawing/2014/main" id="{76CA2CF3-CA30-EFD5-F0A1-0ACBBD36FE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726" y="10372647"/>
            <a:ext cx="6588000" cy="20005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altLang="it-IT" sz="700" b="0" i="1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venir Next LT Pro" panose="020B0504020202020204" pitchFamily="34" charset="0"/>
                <a:ea typeface="Calibri" panose="020F0502020204030204" pitchFamily="34" charset="0"/>
                <a:cs typeface="Calibri" panose="020F0502020204030204" pitchFamily="34" charset="0"/>
                <a:sym typeface="Helvetica Neue"/>
              </a:rPr>
              <a:t>Il presente documento comprende le news identificate come coerenti con il focus aziendale dell’Area Finance ed in linea con gli eventuali interessi correlati</a:t>
            </a:r>
            <a:endParaRPr kumimoji="0" lang="it-IT" altLang="it-IT" sz="7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venir Next LT Pro" panose="020B0504020202020204" pitchFamily="34" charset="0"/>
              <a:cs typeface="Calibri" panose="020F0502020204030204" pitchFamily="34" charset="0"/>
              <a:sym typeface="Helvetica Neue"/>
            </a:endParaRPr>
          </a:p>
        </p:txBody>
      </p:sp>
      <p:pic>
        <p:nvPicPr>
          <p:cNvPr id="8" name="Immagine 7" descr="Immagine che contiene testo, clipart&#10;&#10;Descrizione generata automaticamente">
            <a:extLst>
              <a:ext uri="{FF2B5EF4-FFF2-40B4-BE49-F238E27FC236}">
                <a16:creationId xmlns:a16="http://schemas.microsoft.com/office/drawing/2014/main" id="{9CD55CF2-A220-7050-18AE-76B6B7BCDCD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9100" y="10092340"/>
            <a:ext cx="654557" cy="437547"/>
          </a:xfrm>
          <a:prstGeom prst="rect">
            <a:avLst/>
          </a:prstGeom>
        </p:spPr>
      </p:pic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FD29FF2D-4D09-B8A0-1F63-075DC01FDD08}"/>
              </a:ext>
            </a:extLst>
          </p:cNvPr>
          <p:cNvSpPr txBox="1"/>
          <p:nvPr/>
        </p:nvSpPr>
        <p:spPr>
          <a:xfrm>
            <a:off x="4825994" y="89322"/>
            <a:ext cx="2433740" cy="59503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it-IT" sz="1600" b="1" i="1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Avenir Next LT Pro" panose="020B0504020202020204" pitchFamily="34" charset="0"/>
                <a:cs typeface="Calibri Light"/>
                <a:sym typeface="Helvetica Neue"/>
              </a:rPr>
              <a:t>N. 2</a:t>
            </a:r>
            <a:endParaRPr kumimoji="0" lang="it-IT" sz="1600" b="1" i="1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Avenir Next LT Pro" panose="020B0504020202020204" pitchFamily="34" charset="0"/>
              <a:cs typeface="Calibri Light" panose="020F0302020204030204" pitchFamily="34" charset="0"/>
              <a:sym typeface="Helvetica Neue"/>
            </a:endParaRPr>
          </a:p>
          <a:p>
            <a:pPr algn="r" defTabSz="584200"/>
            <a:r>
              <a:rPr lang="it-IT" sz="1600" i="1" dirty="0">
                <a:solidFill>
                  <a:schemeClr val="bg1"/>
                </a:solidFill>
                <a:latin typeface="Avenir Next LT Pro" panose="020B0504020202020204" pitchFamily="34" charset="0"/>
                <a:cs typeface="Calibri Light"/>
              </a:rPr>
              <a:t>Maggio 2026</a:t>
            </a:r>
            <a:endParaRPr lang="it-IT" sz="1600" b="1" i="1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Avenir Next LT Pro" panose="020B050402020202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870252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DB8F64-6202-F533-B07D-49144CB80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ggetto 1" hidden="1">
            <a:extLst>
              <a:ext uri="{FF2B5EF4-FFF2-40B4-BE49-F238E27FC236}">
                <a16:creationId xmlns:a16="http://schemas.microsoft.com/office/drawing/2014/main" id="{9557F285-97AC-1D0A-F810-62AD75F6109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think-cell" r:id="rId4" imgW="395" imgH="394" progId="TCLayout.ActiveDocument.1">
                  <p:embed/>
                </p:oleObj>
              </mc:Choice>
              <mc:Fallback>
                <p:oleObj name="Diapositiva think-cell" r:id="rId4" imgW="395" imgH="394" progId="TCLayout.ActiveDocument.1">
                  <p:embed/>
                  <p:pic>
                    <p:nvPicPr>
                      <p:cNvPr id="2" name="Oggetto 1" hidden="1">
                        <a:extLst>
                          <a:ext uri="{FF2B5EF4-FFF2-40B4-BE49-F238E27FC236}">
                            <a16:creationId xmlns:a16="http://schemas.microsoft.com/office/drawing/2014/main" id="{C54BBC7C-7FDC-5A64-4B1D-C57B9CEB243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" name="Casella di testo 36">
            <a:extLst>
              <a:ext uri="{FF2B5EF4-FFF2-40B4-BE49-F238E27FC236}">
                <a16:creationId xmlns:a16="http://schemas.microsoft.com/office/drawing/2014/main" id="{6610BF3D-19BF-AFA8-4D71-5B351240FB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65790" y="1603849"/>
            <a:ext cx="4828095" cy="367119"/>
          </a:xfrm>
          <a:prstGeom prst="rect">
            <a:avLst/>
          </a:prstGeom>
          <a:noFill/>
          <a:ln>
            <a:noFill/>
          </a:ln>
          <a:effectLst/>
        </p:spPr>
        <p:txBody>
          <a:bodyPr rot="0" vert="horz" wrap="square" lIns="36576" tIns="36576" rIns="36576" bIns="36576" anchor="ctr" anchorCtr="0" upright="1">
            <a:no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it-IT" sz="1600">
                <a:solidFill>
                  <a:schemeClr val="bg1"/>
                </a:solidFill>
                <a:effectLst/>
                <a:latin typeface="Trebuchet MS" panose="020B0603020202020204" pitchFamily="34" charset="0"/>
                <a:ea typeface="Calibri" panose="020F0502020204030204" pitchFamily="34" charset="0"/>
                <a:cs typeface="Traditional Arabic" panose="020B0604020202020204" pitchFamily="18" charset="-78"/>
              </a:rPr>
              <a:t>SOMMARIO</a:t>
            </a:r>
          </a:p>
        </p:txBody>
      </p:sp>
      <p:sp>
        <p:nvSpPr>
          <p:cNvPr id="19" name="Rettangolo 18">
            <a:extLst>
              <a:ext uri="{FF2B5EF4-FFF2-40B4-BE49-F238E27FC236}">
                <a16:creationId xmlns:a16="http://schemas.microsoft.com/office/drawing/2014/main" id="{EE1FE033-31A4-1914-56C5-CF2B14109001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3635841" y="-1992428"/>
            <a:ext cx="288000" cy="7559672"/>
          </a:xfrm>
          <a:prstGeom prst="rect">
            <a:avLst/>
          </a:prstGeom>
          <a:solidFill>
            <a:srgbClr val="333F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algn="in">
                <a:solidFill>
                  <a:srgbClr val="21212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DCD6D4"/>
                  </a:outerShdw>
                </a:effectLst>
              </a14:hiddenEffects>
            </a:ext>
          </a:extLst>
        </p:spPr>
        <p:txBody>
          <a:bodyPr rot="0" vert="horz" wrap="square" lIns="36576" tIns="36576" rIns="36576" bIns="36576" anchor="t" anchorCtr="0" upright="1">
            <a:noAutofit/>
          </a:bodyPr>
          <a:lstStyle/>
          <a:p>
            <a:endParaRPr lang="it-IT"/>
          </a:p>
        </p:txBody>
      </p:sp>
      <p:sp>
        <p:nvSpPr>
          <p:cNvPr id="20" name="Casella di testo 36">
            <a:extLst>
              <a:ext uri="{FF2B5EF4-FFF2-40B4-BE49-F238E27FC236}">
                <a16:creationId xmlns:a16="http://schemas.microsoft.com/office/drawing/2014/main" id="{1F1918CA-12EC-3487-DA04-2092489D8F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01372" y="1598434"/>
            <a:ext cx="5156930" cy="367119"/>
          </a:xfrm>
          <a:prstGeom prst="rect">
            <a:avLst/>
          </a:prstGeom>
          <a:noFill/>
          <a:ln>
            <a:noFill/>
          </a:ln>
          <a:effectLst/>
        </p:spPr>
        <p:txBody>
          <a:bodyPr rot="0" vert="horz" wrap="square" lIns="36576" tIns="36576" rIns="36576" bIns="36576" anchor="ctr" anchorCtr="0" upright="1">
            <a:no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it-IT" sz="1500">
                <a:solidFill>
                  <a:schemeClr val="bg1"/>
                </a:solidFill>
                <a:effectLst/>
                <a:latin typeface="Avenir Next LT Pro" panose="020B05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Principali aggiornamenti normativi</a:t>
            </a:r>
          </a:p>
        </p:txBody>
      </p:sp>
      <p:pic>
        <p:nvPicPr>
          <p:cNvPr id="25" name="Immagine 24" descr="Immagine che contiene interni, metallo, sedendo, edificio&#10;&#10;Descrizione generata automaticamente">
            <a:extLst>
              <a:ext uri="{FF2B5EF4-FFF2-40B4-BE49-F238E27FC236}">
                <a16:creationId xmlns:a16="http://schemas.microsoft.com/office/drawing/2014/main" id="{A22E7C46-E71A-FDAF-0908-CFB771BC342F}"/>
              </a:ext>
            </a:extLst>
          </p:cNvPr>
          <p:cNvPicPr/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038" b="38097"/>
          <a:stretch/>
        </p:blipFill>
        <p:spPr bwMode="auto">
          <a:xfrm>
            <a:off x="3176" y="0"/>
            <a:ext cx="7556499" cy="166254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34" name="Rettangolo 33">
            <a:extLst>
              <a:ext uri="{FF2B5EF4-FFF2-40B4-BE49-F238E27FC236}">
                <a16:creationId xmlns:a16="http://schemas.microsoft.com/office/drawing/2014/main" id="{FEB267B9-A71F-33C7-5400-C2C02DCDFB3C}"/>
              </a:ext>
            </a:extLst>
          </p:cNvPr>
          <p:cNvSpPr/>
          <p:nvPr/>
        </p:nvSpPr>
        <p:spPr>
          <a:xfrm>
            <a:off x="0" y="0"/>
            <a:ext cx="7559675" cy="1662545"/>
          </a:xfrm>
          <a:prstGeom prst="rect">
            <a:avLst/>
          </a:prstGeom>
          <a:solidFill>
            <a:srgbClr val="100F16">
              <a:alpha val="48000"/>
            </a:srgbClr>
          </a:solidFill>
          <a:ln w="12700">
            <a:miter lim="400000"/>
          </a:ln>
          <a:effectLst/>
        </p:spPr>
        <p:txBody>
          <a:bodyPr lIns="50800" tIns="50800" rIns="50800" bIns="50800" anchor="ctr"/>
          <a:lstStyle/>
          <a:p>
            <a:pPr algn="ctr" defTabSz="1828754" hangingPunct="1">
              <a:lnSpc>
                <a:spcPct val="100000"/>
              </a:lnSpc>
            </a:pPr>
            <a:endParaRPr lang="it-IT" sz="3200" kern="1200" cap="none" spc="0">
              <a:solidFill>
                <a:srgbClr val="FFFFFF"/>
              </a:solidFill>
              <a:latin typeface="Helvetica Light"/>
              <a:sym typeface="Helvetica Light"/>
            </a:endParaRPr>
          </a:p>
        </p:txBody>
      </p:sp>
      <p:sp>
        <p:nvSpPr>
          <p:cNvPr id="39" name="Titolo della presentazione…">
            <a:extLst>
              <a:ext uri="{FF2B5EF4-FFF2-40B4-BE49-F238E27FC236}">
                <a16:creationId xmlns:a16="http://schemas.microsoft.com/office/drawing/2014/main" id="{A1934282-A341-B02E-3AAD-DADCD5235C3B}"/>
              </a:ext>
            </a:extLst>
          </p:cNvPr>
          <p:cNvSpPr txBox="1"/>
          <p:nvPr/>
        </p:nvSpPr>
        <p:spPr>
          <a:xfrm>
            <a:off x="1348384" y="559834"/>
            <a:ext cx="4862907" cy="5474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27259" tIns="27259" rIns="27259" bIns="27259">
            <a:spAutoFit/>
          </a:bodyPr>
          <a:lstStyle/>
          <a:p>
            <a:pPr>
              <a:defRPr sz="3200">
                <a:solidFill>
                  <a:srgbClr val="1F4B80"/>
                </a:solidFill>
                <a:latin typeface="Lucida Sans"/>
                <a:ea typeface="Lucida Sans"/>
                <a:cs typeface="Lucida Sans"/>
                <a:sym typeface="Lucida Sans"/>
              </a:defRPr>
            </a:pPr>
            <a:r>
              <a:rPr lang="it-IT" sz="3200" i="1" dirty="0">
                <a:solidFill>
                  <a:schemeClr val="bg1"/>
                </a:solidFill>
                <a:latin typeface="Avenir Next LT Pro" panose="020B0504020202020204" pitchFamily="34" charset="0"/>
              </a:rPr>
              <a:t>Alert Normativo</a:t>
            </a:r>
          </a:p>
        </p:txBody>
      </p:sp>
      <p:pic>
        <p:nvPicPr>
          <p:cNvPr id="40" name="Immagine 39">
            <a:extLst>
              <a:ext uri="{FF2B5EF4-FFF2-40B4-BE49-F238E27FC236}">
                <a16:creationId xmlns:a16="http://schemas.microsoft.com/office/drawing/2014/main" id="{01FEF8EA-3125-D2C4-CE7D-9AF4F32C4F5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438" y="305346"/>
            <a:ext cx="1775227" cy="1186673"/>
          </a:xfrm>
          <a:prstGeom prst="rect">
            <a:avLst/>
          </a:prstGeom>
        </p:spPr>
      </p:pic>
      <p:pic>
        <p:nvPicPr>
          <p:cNvPr id="41" name="Immagine 40">
            <a:extLst>
              <a:ext uri="{FF2B5EF4-FFF2-40B4-BE49-F238E27FC236}">
                <a16:creationId xmlns:a16="http://schemas.microsoft.com/office/drawing/2014/main" id="{595D9703-DDEC-19EF-AB59-70DBDEFB756A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010998" y="10363699"/>
            <a:ext cx="467110" cy="264444"/>
          </a:xfrm>
          <a:prstGeom prst="rect">
            <a:avLst/>
          </a:prstGeom>
        </p:spPr>
      </p:pic>
      <p:sp>
        <p:nvSpPr>
          <p:cNvPr id="3" name="Rettangolo 2">
            <a:extLst>
              <a:ext uri="{FF2B5EF4-FFF2-40B4-BE49-F238E27FC236}">
                <a16:creationId xmlns:a16="http://schemas.microsoft.com/office/drawing/2014/main" id="{6DA909B0-B5DB-3790-0934-3365A0C46B72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3316380" y="6446398"/>
            <a:ext cx="923396" cy="7563199"/>
          </a:xfrm>
          <a:prstGeom prst="rect">
            <a:avLst/>
          </a:prstGeom>
          <a:solidFill>
            <a:srgbClr val="333F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algn="in">
                <a:solidFill>
                  <a:srgbClr val="21212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DCD6D4"/>
                  </a:outerShdw>
                </a:effectLst>
              </a14:hiddenEffects>
            </a:ext>
          </a:extLst>
        </p:spPr>
        <p:txBody>
          <a:bodyPr rot="0" vert="horz" wrap="square" lIns="36576" tIns="36576" rIns="36576" bIns="36576" anchor="t" anchorCtr="0" upright="1">
            <a:noAutofit/>
          </a:bodyPr>
          <a:lstStyle/>
          <a:p>
            <a:pPr marL="0" marR="0" lvl="0" indent="0" algn="ctr" defTabSz="430322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768" b="1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Helvetica Neue"/>
              <a:sym typeface="Helvetica Neue"/>
            </a:endParaRP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E4D6E32B-1198-3BDF-4EBE-907237519AB6}"/>
              </a:ext>
            </a:extLst>
          </p:cNvPr>
          <p:cNvSpPr txBox="1"/>
          <p:nvPr/>
        </p:nvSpPr>
        <p:spPr>
          <a:xfrm>
            <a:off x="101586" y="9873419"/>
            <a:ext cx="6667513" cy="44114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lvl="0" indent="0" algn="l" defTabSz="5842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05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venir Next LT Pro" panose="020B0504020202020204" pitchFamily="34" charset="0"/>
                <a:sym typeface="Helvetica Neue"/>
              </a:rPr>
              <a:t>Per informazioni e approfondimenti rivolgersi al Presidio Normativo Finance di SCS al seguente indirizzo e-mail: alert@scsconsulting.it</a:t>
            </a:r>
          </a:p>
        </p:txBody>
      </p:sp>
      <p:sp>
        <p:nvSpPr>
          <p:cNvPr id="6" name="Rectangle 23">
            <a:extLst>
              <a:ext uri="{FF2B5EF4-FFF2-40B4-BE49-F238E27FC236}">
                <a16:creationId xmlns:a16="http://schemas.microsoft.com/office/drawing/2014/main" id="{92EF72AF-AF30-4737-903E-FDD8752D0E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726" y="10372647"/>
            <a:ext cx="6588000" cy="20005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altLang="it-IT" sz="700" b="0" i="1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venir Next LT Pro" panose="020B0504020202020204" pitchFamily="34" charset="0"/>
                <a:ea typeface="Calibri" panose="020F0502020204030204" pitchFamily="34" charset="0"/>
                <a:cs typeface="Calibri" panose="020F0502020204030204" pitchFamily="34" charset="0"/>
                <a:sym typeface="Helvetica Neue"/>
              </a:rPr>
              <a:t>Il presente documento comprende le news identificate come coerenti con il focus aziendale dell’Area Finance ed in linea con gli eventuali interessi correlati</a:t>
            </a:r>
            <a:endParaRPr kumimoji="0" lang="it-IT" altLang="it-IT" sz="7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venir Next LT Pro" panose="020B0504020202020204" pitchFamily="34" charset="0"/>
              <a:cs typeface="Calibri" panose="020F0502020204030204" pitchFamily="34" charset="0"/>
              <a:sym typeface="Helvetica Neue"/>
            </a:endParaRPr>
          </a:p>
        </p:txBody>
      </p:sp>
      <p:pic>
        <p:nvPicPr>
          <p:cNvPr id="8" name="Immagine 7" descr="Immagine che contiene testo, clipart&#10;&#10;Descrizione generata automaticamente">
            <a:extLst>
              <a:ext uri="{FF2B5EF4-FFF2-40B4-BE49-F238E27FC236}">
                <a16:creationId xmlns:a16="http://schemas.microsoft.com/office/drawing/2014/main" id="{89E0751A-B63A-6E1D-7192-D1BE3DF1D7E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9100" y="10092340"/>
            <a:ext cx="654557" cy="437547"/>
          </a:xfrm>
          <a:prstGeom prst="rect">
            <a:avLst/>
          </a:prstGeom>
        </p:spPr>
      </p:pic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8DE3822E-A790-3530-8473-01571BAE80EF}"/>
              </a:ext>
            </a:extLst>
          </p:cNvPr>
          <p:cNvSpPr txBox="1"/>
          <p:nvPr/>
        </p:nvSpPr>
        <p:spPr>
          <a:xfrm>
            <a:off x="4825994" y="89322"/>
            <a:ext cx="2433740" cy="59503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it-IT" sz="1600" b="1" i="1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Avenir Next LT Pro" panose="020B0504020202020204" pitchFamily="34" charset="0"/>
                <a:cs typeface="Calibri Light"/>
                <a:sym typeface="Helvetica Neue"/>
              </a:rPr>
              <a:t>N. 2</a:t>
            </a:r>
            <a:endParaRPr kumimoji="0" lang="it-IT" sz="1600" b="1" i="1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Avenir Next LT Pro" panose="020B0504020202020204" pitchFamily="34" charset="0"/>
              <a:cs typeface="Calibri Light" panose="020F0302020204030204" pitchFamily="34" charset="0"/>
              <a:sym typeface="Helvetica Neue"/>
            </a:endParaRPr>
          </a:p>
          <a:p>
            <a:pPr algn="r" defTabSz="584200"/>
            <a:r>
              <a:rPr lang="it-IT" sz="1600" i="1" dirty="0">
                <a:solidFill>
                  <a:schemeClr val="bg1"/>
                </a:solidFill>
                <a:latin typeface="Avenir Next LT Pro" panose="020B0504020202020204" pitchFamily="34" charset="0"/>
                <a:cs typeface="Calibri Light"/>
              </a:rPr>
              <a:t>Maggio 2026</a:t>
            </a:r>
            <a:endParaRPr lang="it-IT" sz="1600" b="1" i="1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Avenir Next LT Pro" panose="020B050402020202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16871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9168A8-B65B-B53F-285E-28C85E0EF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ggetto 1" hidden="1">
            <a:extLst>
              <a:ext uri="{FF2B5EF4-FFF2-40B4-BE49-F238E27FC236}">
                <a16:creationId xmlns:a16="http://schemas.microsoft.com/office/drawing/2014/main" id="{81C7E066-AB4B-F833-F2E3-9BC7962842C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think-cell" r:id="rId4" imgW="395" imgH="394" progId="TCLayout.ActiveDocument.1">
                  <p:embed/>
                </p:oleObj>
              </mc:Choice>
              <mc:Fallback>
                <p:oleObj name="Diapositiva think-cell" r:id="rId4" imgW="395" imgH="394" progId="TCLayout.ActiveDocument.1">
                  <p:embed/>
                  <p:pic>
                    <p:nvPicPr>
                      <p:cNvPr id="2" name="Oggetto 1" hidden="1">
                        <a:extLst>
                          <a:ext uri="{FF2B5EF4-FFF2-40B4-BE49-F238E27FC236}">
                            <a16:creationId xmlns:a16="http://schemas.microsoft.com/office/drawing/2014/main" id="{9557F285-97AC-1D0A-F810-62AD75F6109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" name="Casella di testo 36">
            <a:extLst>
              <a:ext uri="{FF2B5EF4-FFF2-40B4-BE49-F238E27FC236}">
                <a16:creationId xmlns:a16="http://schemas.microsoft.com/office/drawing/2014/main" id="{3D07A3EF-5377-BE74-2A1E-AB93A32222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65790" y="1603849"/>
            <a:ext cx="4828095" cy="367119"/>
          </a:xfrm>
          <a:prstGeom prst="rect">
            <a:avLst/>
          </a:prstGeom>
          <a:noFill/>
          <a:ln>
            <a:noFill/>
          </a:ln>
          <a:effectLst/>
        </p:spPr>
        <p:txBody>
          <a:bodyPr rot="0" vert="horz" wrap="square" lIns="36576" tIns="36576" rIns="36576" bIns="36576" anchor="ctr" anchorCtr="0" upright="1">
            <a:no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it-IT" sz="1600">
                <a:solidFill>
                  <a:schemeClr val="bg1"/>
                </a:solidFill>
                <a:effectLst/>
                <a:latin typeface="Trebuchet MS" panose="020B0603020202020204" pitchFamily="34" charset="0"/>
                <a:ea typeface="Calibri" panose="020F0502020204030204" pitchFamily="34" charset="0"/>
                <a:cs typeface="Traditional Arabic" panose="020B0604020202020204" pitchFamily="18" charset="-78"/>
              </a:rPr>
              <a:t>SOMMARIO</a:t>
            </a:r>
          </a:p>
        </p:txBody>
      </p:sp>
      <p:sp>
        <p:nvSpPr>
          <p:cNvPr id="19" name="Rettangolo 18">
            <a:extLst>
              <a:ext uri="{FF2B5EF4-FFF2-40B4-BE49-F238E27FC236}">
                <a16:creationId xmlns:a16="http://schemas.microsoft.com/office/drawing/2014/main" id="{A51E9F68-9407-931A-6472-74B3CA9726FC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3635841" y="-1992428"/>
            <a:ext cx="288000" cy="7559672"/>
          </a:xfrm>
          <a:prstGeom prst="rect">
            <a:avLst/>
          </a:prstGeom>
          <a:solidFill>
            <a:srgbClr val="333F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algn="in">
                <a:solidFill>
                  <a:srgbClr val="21212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DCD6D4"/>
                  </a:outerShdw>
                </a:effectLst>
              </a14:hiddenEffects>
            </a:ext>
          </a:extLst>
        </p:spPr>
        <p:txBody>
          <a:bodyPr rot="0" vert="horz" wrap="square" lIns="36576" tIns="36576" rIns="36576" bIns="36576" anchor="t" anchorCtr="0" upright="1">
            <a:noAutofit/>
          </a:bodyPr>
          <a:lstStyle/>
          <a:p>
            <a:endParaRPr lang="it-IT"/>
          </a:p>
        </p:txBody>
      </p:sp>
      <p:sp>
        <p:nvSpPr>
          <p:cNvPr id="20" name="Casella di testo 36">
            <a:extLst>
              <a:ext uri="{FF2B5EF4-FFF2-40B4-BE49-F238E27FC236}">
                <a16:creationId xmlns:a16="http://schemas.microsoft.com/office/drawing/2014/main" id="{1CC046F6-E922-A558-E5E0-7DEC99D9F7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01372" y="1598434"/>
            <a:ext cx="5156930" cy="367119"/>
          </a:xfrm>
          <a:prstGeom prst="rect">
            <a:avLst/>
          </a:prstGeom>
          <a:noFill/>
          <a:ln>
            <a:noFill/>
          </a:ln>
          <a:effectLst/>
        </p:spPr>
        <p:txBody>
          <a:bodyPr rot="0" vert="horz" wrap="square" lIns="36576" tIns="36576" rIns="36576" bIns="36576" anchor="ctr" anchorCtr="0" upright="1">
            <a:no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it-IT" sz="1500">
                <a:solidFill>
                  <a:schemeClr val="bg1"/>
                </a:solidFill>
                <a:effectLst/>
                <a:latin typeface="Avenir Next LT Pro" panose="020B05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Principali aggiornamenti normativi</a:t>
            </a:r>
          </a:p>
        </p:txBody>
      </p:sp>
      <p:pic>
        <p:nvPicPr>
          <p:cNvPr id="25" name="Immagine 24" descr="Immagine che contiene interni, metallo, sedendo, edificio&#10;&#10;Descrizione generata automaticamente">
            <a:extLst>
              <a:ext uri="{FF2B5EF4-FFF2-40B4-BE49-F238E27FC236}">
                <a16:creationId xmlns:a16="http://schemas.microsoft.com/office/drawing/2014/main" id="{5B0FCA5E-94D9-4D76-1822-F4662D452862}"/>
              </a:ext>
            </a:extLst>
          </p:cNvPr>
          <p:cNvPicPr/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038" b="38097"/>
          <a:stretch/>
        </p:blipFill>
        <p:spPr bwMode="auto">
          <a:xfrm>
            <a:off x="3176" y="0"/>
            <a:ext cx="7556499" cy="166254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34" name="Rettangolo 33">
            <a:extLst>
              <a:ext uri="{FF2B5EF4-FFF2-40B4-BE49-F238E27FC236}">
                <a16:creationId xmlns:a16="http://schemas.microsoft.com/office/drawing/2014/main" id="{583C65BD-BC96-39E8-929B-156F7022DF95}"/>
              </a:ext>
            </a:extLst>
          </p:cNvPr>
          <p:cNvSpPr/>
          <p:nvPr/>
        </p:nvSpPr>
        <p:spPr>
          <a:xfrm>
            <a:off x="0" y="0"/>
            <a:ext cx="7559675" cy="1662545"/>
          </a:xfrm>
          <a:prstGeom prst="rect">
            <a:avLst/>
          </a:prstGeom>
          <a:solidFill>
            <a:srgbClr val="100F16">
              <a:alpha val="48000"/>
            </a:srgbClr>
          </a:solidFill>
          <a:ln w="12700">
            <a:miter lim="400000"/>
          </a:ln>
          <a:effectLst/>
        </p:spPr>
        <p:txBody>
          <a:bodyPr lIns="50800" tIns="50800" rIns="50800" bIns="50800" anchor="ctr"/>
          <a:lstStyle/>
          <a:p>
            <a:pPr algn="ctr" defTabSz="1828754" hangingPunct="1">
              <a:lnSpc>
                <a:spcPct val="100000"/>
              </a:lnSpc>
            </a:pPr>
            <a:endParaRPr lang="it-IT" sz="3200" kern="1200" cap="none" spc="0">
              <a:solidFill>
                <a:srgbClr val="FFFFFF"/>
              </a:solidFill>
              <a:latin typeface="Helvetica Light"/>
              <a:sym typeface="Helvetica Light"/>
            </a:endParaRPr>
          </a:p>
        </p:txBody>
      </p:sp>
      <p:sp>
        <p:nvSpPr>
          <p:cNvPr id="39" name="Titolo della presentazione…">
            <a:extLst>
              <a:ext uri="{FF2B5EF4-FFF2-40B4-BE49-F238E27FC236}">
                <a16:creationId xmlns:a16="http://schemas.microsoft.com/office/drawing/2014/main" id="{D425AB7A-7E83-4573-56B3-7344836D944C}"/>
              </a:ext>
            </a:extLst>
          </p:cNvPr>
          <p:cNvSpPr txBox="1"/>
          <p:nvPr/>
        </p:nvSpPr>
        <p:spPr>
          <a:xfrm>
            <a:off x="1348384" y="559834"/>
            <a:ext cx="4862907" cy="5474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27259" tIns="27259" rIns="27259" bIns="27259">
            <a:spAutoFit/>
          </a:bodyPr>
          <a:lstStyle/>
          <a:p>
            <a:pPr>
              <a:defRPr sz="3200">
                <a:solidFill>
                  <a:srgbClr val="1F4B80"/>
                </a:solidFill>
                <a:latin typeface="Lucida Sans"/>
                <a:ea typeface="Lucida Sans"/>
                <a:cs typeface="Lucida Sans"/>
                <a:sym typeface="Lucida Sans"/>
              </a:defRPr>
            </a:pPr>
            <a:r>
              <a:rPr lang="it-IT" sz="3200" i="1" dirty="0">
                <a:solidFill>
                  <a:schemeClr val="bg1"/>
                </a:solidFill>
                <a:latin typeface="Avenir Next LT Pro" panose="020B0504020202020204" pitchFamily="34" charset="0"/>
              </a:rPr>
              <a:t>Alert Normativo</a:t>
            </a:r>
          </a:p>
        </p:txBody>
      </p:sp>
      <p:pic>
        <p:nvPicPr>
          <p:cNvPr id="40" name="Immagine 39">
            <a:extLst>
              <a:ext uri="{FF2B5EF4-FFF2-40B4-BE49-F238E27FC236}">
                <a16:creationId xmlns:a16="http://schemas.microsoft.com/office/drawing/2014/main" id="{3BEA35BC-5184-E139-1EF1-F212FB62C7E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438" y="305346"/>
            <a:ext cx="1775227" cy="1186673"/>
          </a:xfrm>
          <a:prstGeom prst="rect">
            <a:avLst/>
          </a:prstGeom>
        </p:spPr>
      </p:pic>
      <p:pic>
        <p:nvPicPr>
          <p:cNvPr id="41" name="Immagine 40">
            <a:extLst>
              <a:ext uri="{FF2B5EF4-FFF2-40B4-BE49-F238E27FC236}">
                <a16:creationId xmlns:a16="http://schemas.microsoft.com/office/drawing/2014/main" id="{223E53B0-8DE3-A14E-F2BD-6A423BDF72EA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010998" y="10363699"/>
            <a:ext cx="467110" cy="264444"/>
          </a:xfrm>
          <a:prstGeom prst="rect">
            <a:avLst/>
          </a:prstGeom>
        </p:spPr>
      </p:pic>
      <p:sp>
        <p:nvSpPr>
          <p:cNvPr id="3" name="Rettangolo 2">
            <a:extLst>
              <a:ext uri="{FF2B5EF4-FFF2-40B4-BE49-F238E27FC236}">
                <a16:creationId xmlns:a16="http://schemas.microsoft.com/office/drawing/2014/main" id="{F84E0F00-0F52-1C97-13C0-724CF9E91585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3316380" y="6446398"/>
            <a:ext cx="923396" cy="7563199"/>
          </a:xfrm>
          <a:prstGeom prst="rect">
            <a:avLst/>
          </a:prstGeom>
          <a:solidFill>
            <a:srgbClr val="333F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algn="in">
                <a:solidFill>
                  <a:srgbClr val="21212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DCD6D4"/>
                  </a:outerShdw>
                </a:effectLst>
              </a14:hiddenEffects>
            </a:ext>
          </a:extLst>
        </p:spPr>
        <p:txBody>
          <a:bodyPr rot="0" vert="horz" wrap="square" lIns="36576" tIns="36576" rIns="36576" bIns="36576" anchor="t" anchorCtr="0" upright="1">
            <a:noAutofit/>
          </a:bodyPr>
          <a:lstStyle/>
          <a:p>
            <a:pPr marL="0" marR="0" lvl="0" indent="0" algn="ctr" defTabSz="430322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768" b="1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Helvetica Neue"/>
              <a:sym typeface="Helvetica Neue"/>
            </a:endParaRP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4BB5DE8E-3EDA-833C-1F3D-243FA56F8FFC}"/>
              </a:ext>
            </a:extLst>
          </p:cNvPr>
          <p:cNvSpPr txBox="1"/>
          <p:nvPr/>
        </p:nvSpPr>
        <p:spPr>
          <a:xfrm>
            <a:off x="101586" y="9873419"/>
            <a:ext cx="6667513" cy="44114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lvl="0" indent="0" algn="l" defTabSz="5842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05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venir Next LT Pro" panose="020B0504020202020204" pitchFamily="34" charset="0"/>
                <a:sym typeface="Helvetica Neue"/>
              </a:rPr>
              <a:t>Per informazioni e approfondimenti rivolgersi al Presidio Normativo Finance di SCS al seguente indirizzo e-mail: alert@scsconsulting.it</a:t>
            </a:r>
          </a:p>
        </p:txBody>
      </p:sp>
      <p:sp>
        <p:nvSpPr>
          <p:cNvPr id="6" name="Rectangle 23">
            <a:extLst>
              <a:ext uri="{FF2B5EF4-FFF2-40B4-BE49-F238E27FC236}">
                <a16:creationId xmlns:a16="http://schemas.microsoft.com/office/drawing/2014/main" id="{61F00F90-BFDD-5B41-EFDC-335F3CCA94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726" y="10372647"/>
            <a:ext cx="6588000" cy="20005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altLang="it-IT" sz="700" b="0" i="1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venir Next LT Pro" panose="020B0504020202020204" pitchFamily="34" charset="0"/>
                <a:ea typeface="Calibri" panose="020F0502020204030204" pitchFamily="34" charset="0"/>
                <a:cs typeface="Calibri" panose="020F0502020204030204" pitchFamily="34" charset="0"/>
                <a:sym typeface="Helvetica Neue"/>
              </a:rPr>
              <a:t>Il presente documento comprende le news identificate come coerenti con il focus aziendale dell’Area Finance ed in linea con gli eventuali interessi correlati</a:t>
            </a:r>
            <a:endParaRPr kumimoji="0" lang="it-IT" altLang="it-IT" sz="7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venir Next LT Pro" panose="020B0504020202020204" pitchFamily="34" charset="0"/>
              <a:cs typeface="Calibri" panose="020F0502020204030204" pitchFamily="34" charset="0"/>
              <a:sym typeface="Helvetica Neue"/>
            </a:endParaRPr>
          </a:p>
        </p:txBody>
      </p:sp>
      <p:pic>
        <p:nvPicPr>
          <p:cNvPr id="8" name="Immagine 7" descr="Immagine che contiene testo, clipart&#10;&#10;Descrizione generata automaticamente">
            <a:extLst>
              <a:ext uri="{FF2B5EF4-FFF2-40B4-BE49-F238E27FC236}">
                <a16:creationId xmlns:a16="http://schemas.microsoft.com/office/drawing/2014/main" id="{CB78F81C-CB07-D7AF-E8CF-59615A1FE2D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9100" y="10092340"/>
            <a:ext cx="654557" cy="437547"/>
          </a:xfrm>
          <a:prstGeom prst="rect">
            <a:avLst/>
          </a:prstGeom>
        </p:spPr>
      </p:pic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B30A289B-B3CC-7131-9663-BF202E334D8C}"/>
              </a:ext>
            </a:extLst>
          </p:cNvPr>
          <p:cNvSpPr txBox="1"/>
          <p:nvPr/>
        </p:nvSpPr>
        <p:spPr>
          <a:xfrm>
            <a:off x="4825994" y="89322"/>
            <a:ext cx="2433740" cy="59503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it-IT" sz="1600" b="1" i="1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Avenir Next LT Pro" panose="020B0504020202020204" pitchFamily="34" charset="0"/>
                <a:cs typeface="Calibri Light"/>
                <a:sym typeface="Helvetica Neue"/>
              </a:rPr>
              <a:t>N. 2</a:t>
            </a:r>
            <a:endParaRPr kumimoji="0" lang="it-IT" sz="1600" b="1" i="1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Avenir Next LT Pro" panose="020B0504020202020204" pitchFamily="34" charset="0"/>
              <a:cs typeface="Calibri Light" panose="020F0302020204030204" pitchFamily="34" charset="0"/>
              <a:sym typeface="Helvetica Neue"/>
            </a:endParaRPr>
          </a:p>
          <a:p>
            <a:pPr algn="r" defTabSz="584200"/>
            <a:r>
              <a:rPr lang="it-IT" sz="1600" i="1" dirty="0">
                <a:solidFill>
                  <a:schemeClr val="bg1"/>
                </a:solidFill>
                <a:latin typeface="Avenir Next LT Pro" panose="020B0504020202020204" pitchFamily="34" charset="0"/>
                <a:cs typeface="Calibri Light"/>
              </a:rPr>
              <a:t>Maggio 2026</a:t>
            </a:r>
            <a:endParaRPr lang="it-IT" sz="1600" b="1" i="1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Avenir Next LT Pro" panose="020B050402020202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527293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6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/>
        <a:ea typeface="Helvetica Neue Medium"/>
        <a:cs typeface="Helvetica Neue Medium"/>
      </a:majorFont>
      <a:minorFont>
        <a:latin typeface="Helvetica Neue Medium"/>
        <a:ea typeface="Helvetica Neue Medium"/>
        <a:cs typeface="Helvetica Neue Medium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1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Helvetica Neue"/>
            <a:ea typeface="Helvetica Neue"/>
            <a:cs typeface="Helvetica Neue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6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/>
        <a:ea typeface="Helvetica Neue Medium"/>
        <a:cs typeface="Helvetica Neue Medium"/>
      </a:majorFont>
      <a:minorFont>
        <a:latin typeface="Helvetica Neue Medium"/>
        <a:ea typeface="Helvetica Neue Medium"/>
        <a:cs typeface="Helvetica Neue Medium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1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Helvetica Neue"/>
            <a:ea typeface="Helvetica Neue"/>
            <a:cs typeface="Helvetica Neue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C310895730FBD47917AA269694BC14E" ma:contentTypeVersion="13" ma:contentTypeDescription="Create a new document." ma:contentTypeScope="" ma:versionID="3d58c28c5bfbd4d9d944e73c4b45910c">
  <xsd:schema xmlns:xsd="http://www.w3.org/2001/XMLSchema" xmlns:xs="http://www.w3.org/2001/XMLSchema" xmlns:p="http://schemas.microsoft.com/office/2006/metadata/properties" xmlns:ns2="cf2a3556-9ff1-4809-aede-0c4d87a6f17b" xmlns:ns3="20cea128-93c2-4565-b167-979e524c2c7f" targetNamespace="http://schemas.microsoft.com/office/2006/metadata/properties" ma:root="true" ma:fieldsID="8b729c930090f549128f10ee5c7ad702" ns2:_="" ns3:_="">
    <xsd:import namespace="cf2a3556-9ff1-4809-aede-0c4d87a6f17b"/>
    <xsd:import namespace="20cea128-93c2-4565-b167-979e524c2c7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f2a3556-9ff1-4809-aede-0c4d87a6f17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4741790d-0206-414d-9670-29513483ecf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0cea128-93c2-4565-b167-979e524c2c7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7" nillable="true" ma:displayName="Taxonomy Catch All Column" ma:hidden="true" ma:list="{9de01b99-4106-4415-96cb-a40356f2abc5}" ma:internalName="TaxCatchAll" ma:showField="CatchAllData" ma:web="20cea128-93c2-4565-b167-979e524c2c7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cf2a3556-9ff1-4809-aede-0c4d87a6f17b">
      <Terms xmlns="http://schemas.microsoft.com/office/infopath/2007/PartnerControls"/>
    </lcf76f155ced4ddcb4097134ff3c332f>
    <TaxCatchAll xmlns="20cea128-93c2-4565-b167-979e524c2c7f" xsi:nil="true"/>
  </documentManagement>
</p:properties>
</file>

<file path=customXml/itemProps1.xml><?xml version="1.0" encoding="utf-8"?>
<ds:datastoreItem xmlns:ds="http://schemas.openxmlformats.org/officeDocument/2006/customXml" ds:itemID="{D2873E39-CD59-4C25-BEA8-2D34AD81860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3ED5772-172B-40B0-AD1E-D1FC7242037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f2a3556-9ff1-4809-aede-0c4d87a6f17b"/>
    <ds:schemaRef ds:uri="20cea128-93c2-4565-b167-979e524c2c7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BF1F4FD-52B8-45CF-8FB0-F2A4AE5D86B3}">
  <ds:schemaRefs>
    <ds:schemaRef ds:uri="http://purl.org/dc/elements/1.1/"/>
    <ds:schemaRef ds:uri="http://schemas.microsoft.com/office/2006/documentManagement/types"/>
    <ds:schemaRef ds:uri="20cea128-93c2-4565-b167-979e524c2c7f"/>
    <ds:schemaRef ds:uri="http://purl.org/dc/dcmitype/"/>
    <ds:schemaRef ds:uri="http://purl.org/dc/terms/"/>
    <ds:schemaRef ds:uri="http://schemas.microsoft.com/office/2006/metadata/properties"/>
    <ds:schemaRef ds:uri="http://schemas.openxmlformats.org/package/2006/metadata/core-properties"/>
    <ds:schemaRef ds:uri="http://www.w3.org/XML/1998/namespace"/>
    <ds:schemaRef ds:uri="http://schemas.microsoft.com/office/infopath/2007/PartnerControls"/>
    <ds:schemaRef ds:uri="cf2a3556-9ff1-4809-aede-0c4d87a6f17b"/>
  </ds:schemaRefs>
</ds:datastoreItem>
</file>

<file path=docMetadata/LabelInfo.xml><?xml version="1.0" encoding="utf-8"?>
<clbl:labelList xmlns:clbl="http://schemas.microsoft.com/office/2020/mipLabelMetadata">
  <clbl:label id="{8c994382-2be3-491b-960b-483bb5c47ee4}" enabled="0" method="" siteId="{8c994382-2be3-491b-960b-483bb5c47ee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915</TotalTime>
  <Words>330</Words>
  <Application>Microsoft Macintosh PowerPoint</Application>
  <PresentationFormat>Personalizzato</PresentationFormat>
  <Paragraphs>42</Paragraphs>
  <Slides>6</Slides>
  <Notes>6</Notes>
  <HiddenSlides>0</HiddenSlides>
  <MMClips>0</MMClips>
  <ScaleCrop>false</ScaleCrop>
  <HeadingPairs>
    <vt:vector size="8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Server OLE incorporati</vt:lpstr>
      </vt:variant>
      <vt:variant>
        <vt:i4>1</vt:i4>
      </vt:variant>
      <vt:variant>
        <vt:lpstr>Titoli diapositive</vt:lpstr>
      </vt:variant>
      <vt:variant>
        <vt:i4>6</vt:i4>
      </vt:variant>
    </vt:vector>
  </HeadingPairs>
  <TitlesOfParts>
    <vt:vector size="13" baseType="lpstr">
      <vt:lpstr>Avenir Next LT Pro</vt:lpstr>
      <vt:lpstr>Helvetica Light</vt:lpstr>
      <vt:lpstr>Helvetica Neue</vt:lpstr>
      <vt:lpstr>Lucida Sans</vt:lpstr>
      <vt:lpstr>Trebuchet MS</vt:lpstr>
      <vt:lpstr>White</vt:lpstr>
      <vt:lpstr>Diapositiva think-cell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di PowerPoint</dc:title>
  <dc:creator>Tiziana Missana</dc:creator>
  <cp:lastModifiedBy>Microsoft Office User</cp:lastModifiedBy>
  <cp:revision>5</cp:revision>
  <cp:lastPrinted>2021-01-12T11:00:45Z</cp:lastPrinted>
  <dcterms:modified xsi:type="dcterms:W3CDTF">2026-05-16T16:14:49Z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0x010100FC310895730FBD47917AA269694BC14E</vt:lpwstr>
  </property>
  <property fmtid="{D5CDD505-2E9C-101B-9397-08002B2CF9AE}" pid="3" name="MediaServiceImageTags">
    <vt:lpwstr/>
  </property>
</Properties>
</file>